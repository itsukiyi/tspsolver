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>
  <p:sldMasterIdLst>
    <p:sldMasterId id="2147483648" r:id="rId1"/>
  </p:sldMasterIdLst>
  <p:notesMasterIdLst>
    <p:notesMasterId r:id="rId3"/>
  </p:notesMasterIdLst>
  <p:handoutMasterIdLst>
    <p:handoutMasterId r:id="rId4"/>
  </p:handoutMasterIdLst>
  <p:sldIdLst>
    <p:sldId id="256" r:id="rId2"/>
  </p:sldIdLst>
  <p:sldSz cx="12192000" cy="6858000"/>
  <p:notesSz cx="9601200" cy="7315200"/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sz="3140" b="1" kern="1200">
        <a:solidFill>
          <a:srgbClr val="003399"/>
        </a:solidFill>
        <a:latin typeface="Arial" panose="020B0604020202090204" pitchFamily="34" charset="0"/>
        <a:ea typeface="+mn-ea"/>
        <a:cs typeface="+mn-cs"/>
      </a:defRPr>
    </a:lvl1pPr>
    <a:lvl2pPr marL="358775" algn="l" rtl="0" eaLnBrk="0" fontAlgn="base" hangingPunct="0">
      <a:spcBef>
        <a:spcPct val="0"/>
      </a:spcBef>
      <a:spcAft>
        <a:spcPct val="0"/>
      </a:spcAft>
      <a:defRPr sz="3140" b="1" kern="1200">
        <a:solidFill>
          <a:srgbClr val="003399"/>
        </a:solidFill>
        <a:latin typeface="Arial" panose="020B0604020202090204" pitchFamily="34" charset="0"/>
        <a:ea typeface="+mn-ea"/>
        <a:cs typeface="+mn-cs"/>
      </a:defRPr>
    </a:lvl2pPr>
    <a:lvl3pPr marL="717550" algn="l" rtl="0" eaLnBrk="0" fontAlgn="base" hangingPunct="0">
      <a:spcBef>
        <a:spcPct val="0"/>
      </a:spcBef>
      <a:spcAft>
        <a:spcPct val="0"/>
      </a:spcAft>
      <a:defRPr sz="3140" b="1" kern="1200">
        <a:solidFill>
          <a:srgbClr val="003399"/>
        </a:solidFill>
        <a:latin typeface="Arial" panose="020B0604020202090204" pitchFamily="34" charset="0"/>
        <a:ea typeface="+mn-ea"/>
        <a:cs typeface="+mn-cs"/>
      </a:defRPr>
    </a:lvl3pPr>
    <a:lvl4pPr marL="1076325" algn="l" rtl="0" eaLnBrk="0" fontAlgn="base" hangingPunct="0">
      <a:spcBef>
        <a:spcPct val="0"/>
      </a:spcBef>
      <a:spcAft>
        <a:spcPct val="0"/>
      </a:spcAft>
      <a:defRPr sz="3140" b="1" kern="1200">
        <a:solidFill>
          <a:srgbClr val="003399"/>
        </a:solidFill>
        <a:latin typeface="Arial" panose="020B0604020202090204" pitchFamily="34" charset="0"/>
        <a:ea typeface="+mn-ea"/>
        <a:cs typeface="+mn-cs"/>
      </a:defRPr>
    </a:lvl4pPr>
    <a:lvl5pPr marL="1435100" algn="l" rtl="0" eaLnBrk="0" fontAlgn="base" hangingPunct="0">
      <a:spcBef>
        <a:spcPct val="0"/>
      </a:spcBef>
      <a:spcAft>
        <a:spcPct val="0"/>
      </a:spcAft>
      <a:defRPr sz="3140" b="1" kern="1200">
        <a:solidFill>
          <a:srgbClr val="003399"/>
        </a:solidFill>
        <a:latin typeface="Arial" panose="020B0604020202090204" pitchFamily="34" charset="0"/>
        <a:ea typeface="+mn-ea"/>
        <a:cs typeface="+mn-cs"/>
      </a:defRPr>
    </a:lvl5pPr>
    <a:lvl6pPr marL="1793875" algn="l" defTabSz="717550" rtl="0" eaLnBrk="1" latinLnBrk="0" hangingPunct="1">
      <a:defRPr sz="3140" b="1" kern="1200">
        <a:solidFill>
          <a:srgbClr val="003399"/>
        </a:solidFill>
        <a:latin typeface="Arial" panose="020B0604020202090204" pitchFamily="34" charset="0"/>
        <a:ea typeface="+mn-ea"/>
        <a:cs typeface="+mn-cs"/>
      </a:defRPr>
    </a:lvl6pPr>
    <a:lvl7pPr marL="2152650" algn="l" defTabSz="717550" rtl="0" eaLnBrk="1" latinLnBrk="0" hangingPunct="1">
      <a:defRPr sz="3140" b="1" kern="1200">
        <a:solidFill>
          <a:srgbClr val="003399"/>
        </a:solidFill>
        <a:latin typeface="Arial" panose="020B0604020202090204" pitchFamily="34" charset="0"/>
        <a:ea typeface="+mn-ea"/>
        <a:cs typeface="+mn-cs"/>
      </a:defRPr>
    </a:lvl7pPr>
    <a:lvl8pPr marL="2511425" algn="l" defTabSz="717550" rtl="0" eaLnBrk="1" latinLnBrk="0" hangingPunct="1">
      <a:defRPr sz="3140" b="1" kern="1200">
        <a:solidFill>
          <a:srgbClr val="003399"/>
        </a:solidFill>
        <a:latin typeface="Arial" panose="020B0604020202090204" pitchFamily="34" charset="0"/>
        <a:ea typeface="+mn-ea"/>
        <a:cs typeface="+mn-cs"/>
      </a:defRPr>
    </a:lvl8pPr>
    <a:lvl9pPr marL="2870200" algn="l" defTabSz="717550" rtl="0" eaLnBrk="1" latinLnBrk="0" hangingPunct="1">
      <a:defRPr sz="3140" b="1" kern="1200">
        <a:solidFill>
          <a:srgbClr val="003399"/>
        </a:solidFill>
        <a:latin typeface="Arial" panose="020B0604020202090204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084" userDrawn="1">
          <p15:clr>
            <a:srgbClr val="A4A3A4"/>
          </p15:clr>
        </p15:guide>
        <p15:guide id="2" pos="3843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srgbClr val="FF0000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A50021"/>
    <a:srgbClr val="38B4AF"/>
    <a:srgbClr val="75FFDD"/>
    <a:srgbClr val="F5BE58"/>
    <a:srgbClr val="DFE2CB"/>
    <a:srgbClr val="D8D4CD"/>
    <a:srgbClr val="85D1C4"/>
    <a:srgbClr val="000066"/>
    <a:srgbClr val="000099"/>
    <a:srgbClr val="F8F8F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79" autoAdjust="0"/>
    <p:restoredTop sz="87521" autoAdjust="0"/>
  </p:normalViewPr>
  <p:slideViewPr>
    <p:cSldViewPr showGuides="1">
      <p:cViewPr>
        <p:scale>
          <a:sx n="125" d="100"/>
          <a:sy n="125" d="100"/>
        </p:scale>
        <p:origin x="360" y="-77"/>
      </p:cViewPr>
      <p:guideLst>
        <p:guide orient="horz" pos="2084"/>
        <p:guide pos="3843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notesMaster" Target="notesMasters/notesMaster1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handoutMaster" Target="handoutMasters/handout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4160838" cy="3651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6321" tIns="48159" rIns="96321" bIns="48159" numCol="1" anchor="t" anchorCtr="0" compatLnSpc="1"/>
          <a:lstStyle>
            <a:lvl1pPr defTabSz="963930">
              <a:defRPr sz="1400" b="0" smtClean="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099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5437188" y="0"/>
            <a:ext cx="4162425" cy="3651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6321" tIns="48159" rIns="96321" bIns="48159" numCol="1" anchor="t" anchorCtr="0" compatLnSpc="1"/>
          <a:lstStyle>
            <a:lvl1pPr algn="r" defTabSz="963930">
              <a:defRPr sz="1400" b="0" smtClean="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100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6948488"/>
            <a:ext cx="4160838" cy="3651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6321" tIns="48159" rIns="96321" bIns="48159" numCol="1" anchor="b" anchorCtr="0" compatLnSpc="1"/>
          <a:lstStyle>
            <a:lvl1pPr defTabSz="963930">
              <a:defRPr sz="1400" b="0" smtClean="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101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5437188" y="6948488"/>
            <a:ext cx="4162425" cy="3651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6321" tIns="48159" rIns="96321" bIns="48159" numCol="1" anchor="b" anchorCtr="0" compatLnSpc="1"/>
          <a:lstStyle>
            <a:lvl1pPr algn="r" defTabSz="963930">
              <a:defRPr sz="1400" b="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</a:lstStyle>
          <a:p>
            <a:fld id="{684BEFD3-4FAF-458F-A1BF-458123BC66EB}" type="slidenum">
              <a:rPr lang="en-US" altLang="en-US"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4160838" cy="3651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6321" tIns="48159" rIns="96321" bIns="48159" numCol="1" anchor="t" anchorCtr="0" compatLnSpc="1"/>
          <a:lstStyle>
            <a:lvl1pPr defTabSz="963930">
              <a:defRPr sz="1400" b="0" smtClean="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075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5437188" y="0"/>
            <a:ext cx="4162425" cy="3651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6321" tIns="48159" rIns="96321" bIns="48159" numCol="1" anchor="t" anchorCtr="0" compatLnSpc="1"/>
          <a:lstStyle>
            <a:lvl1pPr algn="r" defTabSz="963930">
              <a:defRPr sz="1400" b="0" smtClean="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076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2362201" y="549275"/>
            <a:ext cx="4876800" cy="27432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sp>
      <p:sp>
        <p:nvSpPr>
          <p:cNvPr id="3077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60438" y="3475038"/>
            <a:ext cx="7681912" cy="32908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6321" tIns="48159" rIns="96321" bIns="48159" numCol="1" anchor="t" anchorCtr="0" compatLnSpc="1"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3078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6948488"/>
            <a:ext cx="4160838" cy="3651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6321" tIns="48159" rIns="96321" bIns="48159" numCol="1" anchor="b" anchorCtr="0" compatLnSpc="1"/>
          <a:lstStyle>
            <a:lvl1pPr defTabSz="963930">
              <a:defRPr sz="1400" b="0" smtClean="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079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5437188" y="6948488"/>
            <a:ext cx="4162425" cy="3651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6321" tIns="48159" rIns="96321" bIns="48159" numCol="1" anchor="b" anchorCtr="0" compatLnSpc="1"/>
          <a:lstStyle>
            <a:lvl1pPr algn="r" defTabSz="963930">
              <a:defRPr sz="1400" b="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</a:lstStyle>
          <a:p>
            <a:fld id="{45E8505D-AC77-45F5-9172-71EB762218A0}" type="slidenum">
              <a:rPr lang="en-US" altLang="en-US"/>
              <a:t>‹#›</a:t>
            </a:fld>
            <a:endParaRPr lang="en-US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94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1pPr>
    <a:lvl2pPr marL="358775" algn="l" rtl="0" eaLnBrk="0" fontAlgn="base" hangingPunct="0">
      <a:spcBef>
        <a:spcPct val="30000"/>
      </a:spcBef>
      <a:spcAft>
        <a:spcPct val="0"/>
      </a:spcAft>
      <a:defRPr sz="94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2pPr>
    <a:lvl3pPr marL="717550" algn="l" rtl="0" eaLnBrk="0" fontAlgn="base" hangingPunct="0">
      <a:spcBef>
        <a:spcPct val="30000"/>
      </a:spcBef>
      <a:spcAft>
        <a:spcPct val="0"/>
      </a:spcAft>
      <a:defRPr sz="94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3pPr>
    <a:lvl4pPr marL="1076325" algn="l" rtl="0" eaLnBrk="0" fontAlgn="base" hangingPunct="0">
      <a:spcBef>
        <a:spcPct val="30000"/>
      </a:spcBef>
      <a:spcAft>
        <a:spcPct val="0"/>
      </a:spcAft>
      <a:defRPr sz="94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4pPr>
    <a:lvl5pPr marL="1435100" algn="l" rtl="0" eaLnBrk="0" fontAlgn="base" hangingPunct="0">
      <a:spcBef>
        <a:spcPct val="30000"/>
      </a:spcBef>
      <a:spcAft>
        <a:spcPct val="0"/>
      </a:spcAft>
      <a:defRPr sz="94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5pPr>
    <a:lvl6pPr marL="1793875" algn="l" defTabSz="717550" rtl="0" eaLnBrk="1" latinLnBrk="0" hangingPunct="1">
      <a:defRPr sz="940" kern="1200">
        <a:solidFill>
          <a:schemeClr val="tx1"/>
        </a:solidFill>
        <a:latin typeface="+mn-lt"/>
        <a:ea typeface="+mn-ea"/>
        <a:cs typeface="+mn-cs"/>
      </a:defRPr>
    </a:lvl6pPr>
    <a:lvl7pPr marL="2152650" algn="l" defTabSz="717550" rtl="0" eaLnBrk="1" latinLnBrk="0" hangingPunct="1">
      <a:defRPr sz="940" kern="1200">
        <a:solidFill>
          <a:schemeClr val="tx1"/>
        </a:solidFill>
        <a:latin typeface="+mn-lt"/>
        <a:ea typeface="+mn-ea"/>
        <a:cs typeface="+mn-cs"/>
      </a:defRPr>
    </a:lvl7pPr>
    <a:lvl8pPr marL="2511425" algn="l" defTabSz="717550" rtl="0" eaLnBrk="1" latinLnBrk="0" hangingPunct="1">
      <a:defRPr sz="940" kern="1200">
        <a:solidFill>
          <a:schemeClr val="tx1"/>
        </a:solidFill>
        <a:latin typeface="+mn-lt"/>
        <a:ea typeface="+mn-ea"/>
        <a:cs typeface="+mn-cs"/>
      </a:defRPr>
    </a:lvl8pPr>
    <a:lvl9pPr marL="2870200" algn="l" defTabSz="717550" rtl="0" eaLnBrk="1" latinLnBrk="0" hangingPunct="1">
      <a:defRPr sz="94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135" y="2130326"/>
            <a:ext cx="10363729" cy="1470124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933" y="3886200"/>
            <a:ext cx="8534135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142875" indent="0" algn="ctr">
              <a:buNone/>
              <a:defRPr/>
            </a:lvl2pPr>
            <a:lvl3pPr marL="285750" indent="0" algn="ctr">
              <a:buNone/>
              <a:defRPr/>
            </a:lvl3pPr>
            <a:lvl4pPr marL="428625" indent="0" algn="ctr">
              <a:buNone/>
              <a:defRPr/>
            </a:lvl4pPr>
            <a:lvl5pPr marL="571500" indent="0" algn="ctr">
              <a:buNone/>
              <a:defRPr/>
            </a:lvl5pPr>
            <a:lvl6pPr marL="714375" indent="0" algn="ctr">
              <a:buNone/>
              <a:defRPr/>
            </a:lvl6pPr>
            <a:lvl7pPr marL="857250" indent="0" algn="ctr">
              <a:buNone/>
              <a:defRPr/>
            </a:lvl7pPr>
            <a:lvl8pPr marL="1000125" indent="0" algn="ctr">
              <a:buNone/>
              <a:defRPr/>
            </a:lvl8pPr>
            <a:lvl9pPr marL="1143000" indent="0" algn="ctr">
              <a:buNone/>
              <a:defRPr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C0975CF5-F23C-408B-AF82-FB17E8E6C2B9}" type="slidenum">
              <a:rPr lang="en-US" altLang="en-US"/>
              <a:t>‹#›</a:t>
            </a:fld>
            <a:endParaRPr lang="en-US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8748FE37-867A-47F5-B087-351EF07CC45C}" type="slidenum">
              <a:rPr lang="en-US" altLang="en-US"/>
              <a:t>‹#›</a:t>
            </a:fld>
            <a:endParaRPr lang="en-US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801"/>
            <a:ext cx="10363068" cy="1362075"/>
          </a:xfrm>
        </p:spPr>
        <p:txBody>
          <a:bodyPr anchor="t"/>
          <a:lstStyle>
            <a:lvl1pPr algn="l">
              <a:defRPr sz="125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613"/>
            <a:ext cx="10363068" cy="1500187"/>
          </a:xfrm>
        </p:spPr>
        <p:txBody>
          <a:bodyPr anchor="b"/>
          <a:lstStyle>
            <a:lvl1pPr marL="0" indent="0">
              <a:buNone/>
              <a:defRPr sz="625"/>
            </a:lvl1pPr>
            <a:lvl2pPr marL="142875" indent="0">
              <a:buNone/>
              <a:defRPr sz="560"/>
            </a:lvl2pPr>
            <a:lvl3pPr marL="285750" indent="0">
              <a:buNone/>
              <a:defRPr sz="500"/>
            </a:lvl3pPr>
            <a:lvl4pPr marL="428625" indent="0">
              <a:buNone/>
              <a:defRPr sz="440"/>
            </a:lvl4pPr>
            <a:lvl5pPr marL="571500" indent="0">
              <a:buNone/>
              <a:defRPr sz="440"/>
            </a:lvl5pPr>
            <a:lvl6pPr marL="714375" indent="0">
              <a:buNone/>
              <a:defRPr sz="440"/>
            </a:lvl6pPr>
            <a:lvl7pPr marL="857250" indent="0">
              <a:buNone/>
              <a:defRPr sz="440"/>
            </a:lvl7pPr>
            <a:lvl8pPr marL="1000125" indent="0">
              <a:buNone/>
              <a:defRPr sz="440"/>
            </a:lvl8pPr>
            <a:lvl9pPr marL="1143000" indent="0">
              <a:buNone/>
              <a:defRPr sz="44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F85DF360-A055-4A51-9A98-F3F13F6D1E67}" type="slidenum">
              <a:rPr lang="en-US" altLang="en-US"/>
              <a:t>‹#›</a:t>
            </a:fld>
            <a:endParaRPr lang="en-US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916781" y="1976437"/>
            <a:ext cx="5147469" cy="4119563"/>
          </a:xfrm>
        </p:spPr>
        <p:txBody>
          <a:bodyPr/>
          <a:lstStyle>
            <a:lvl1pPr>
              <a:defRPr sz="875"/>
            </a:lvl1pPr>
            <a:lvl2pPr>
              <a:defRPr sz="750"/>
            </a:lvl2pPr>
            <a:lvl3pPr>
              <a:defRPr sz="625"/>
            </a:lvl3pPr>
            <a:lvl4pPr>
              <a:defRPr sz="560"/>
            </a:lvl4pPr>
            <a:lvl5pPr>
              <a:defRPr sz="560"/>
            </a:lvl5pPr>
            <a:lvl6pPr>
              <a:defRPr sz="560"/>
            </a:lvl6pPr>
            <a:lvl7pPr>
              <a:defRPr sz="560"/>
            </a:lvl7pPr>
            <a:lvl8pPr>
              <a:defRPr sz="560"/>
            </a:lvl8pPr>
            <a:lvl9pPr>
              <a:defRPr sz="56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27750" y="1976437"/>
            <a:ext cx="5147469" cy="4119563"/>
          </a:xfrm>
        </p:spPr>
        <p:txBody>
          <a:bodyPr/>
          <a:lstStyle>
            <a:lvl1pPr>
              <a:defRPr sz="875"/>
            </a:lvl1pPr>
            <a:lvl2pPr>
              <a:defRPr sz="750"/>
            </a:lvl2pPr>
            <a:lvl3pPr>
              <a:defRPr sz="625"/>
            </a:lvl3pPr>
            <a:lvl4pPr>
              <a:defRPr sz="560"/>
            </a:lvl4pPr>
            <a:lvl5pPr>
              <a:defRPr sz="560"/>
            </a:lvl5pPr>
            <a:lvl6pPr>
              <a:defRPr sz="560"/>
            </a:lvl6pPr>
            <a:lvl7pPr>
              <a:defRPr sz="560"/>
            </a:lvl7pPr>
            <a:lvl8pPr>
              <a:defRPr sz="560"/>
            </a:lvl8pPr>
            <a:lvl9pPr>
              <a:defRPr sz="56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F2BF1B32-C1BB-4F13-AC1F-00D0B45F01A0}" type="slidenum">
              <a:rPr lang="en-US" altLang="en-US"/>
              <a:t>‹#›</a:t>
            </a:fld>
            <a:endParaRPr lang="en-US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865" y="274737"/>
            <a:ext cx="10972271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865" y="1535013"/>
            <a:ext cx="5386917" cy="639961"/>
          </a:xfrm>
        </p:spPr>
        <p:txBody>
          <a:bodyPr anchor="b"/>
          <a:lstStyle>
            <a:lvl1pPr marL="0" indent="0">
              <a:buNone/>
              <a:defRPr sz="750" b="1"/>
            </a:lvl1pPr>
            <a:lvl2pPr marL="142875" indent="0">
              <a:buNone/>
              <a:defRPr sz="625" b="1"/>
            </a:lvl2pPr>
            <a:lvl3pPr marL="285750" indent="0">
              <a:buNone/>
              <a:defRPr sz="560" b="1"/>
            </a:lvl3pPr>
            <a:lvl4pPr marL="428625" indent="0">
              <a:buNone/>
              <a:defRPr sz="500" b="1"/>
            </a:lvl4pPr>
            <a:lvl5pPr marL="571500" indent="0">
              <a:buNone/>
              <a:defRPr sz="500" b="1"/>
            </a:lvl5pPr>
            <a:lvl6pPr marL="714375" indent="0">
              <a:buNone/>
              <a:defRPr sz="500" b="1"/>
            </a:lvl6pPr>
            <a:lvl7pPr marL="857250" indent="0">
              <a:buNone/>
              <a:defRPr sz="500" b="1"/>
            </a:lvl7pPr>
            <a:lvl8pPr marL="1000125" indent="0">
              <a:buNone/>
              <a:defRPr sz="500" b="1"/>
            </a:lvl8pPr>
            <a:lvl9pPr marL="1143000" indent="0">
              <a:buNone/>
              <a:defRPr sz="5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865" y="2174974"/>
            <a:ext cx="5386917" cy="3951089"/>
          </a:xfrm>
        </p:spPr>
        <p:txBody>
          <a:bodyPr/>
          <a:lstStyle>
            <a:lvl1pPr>
              <a:defRPr sz="750"/>
            </a:lvl1pPr>
            <a:lvl2pPr>
              <a:defRPr sz="625"/>
            </a:lvl2pPr>
            <a:lvl3pPr>
              <a:defRPr sz="560"/>
            </a:lvl3pPr>
            <a:lvl4pPr>
              <a:defRPr sz="500"/>
            </a:lvl4pPr>
            <a:lvl5pPr>
              <a:defRPr sz="500"/>
            </a:lvl5pPr>
            <a:lvl6pPr>
              <a:defRPr sz="500"/>
            </a:lvl6pPr>
            <a:lvl7pPr>
              <a:defRPr sz="500"/>
            </a:lvl7pPr>
            <a:lvl8pPr>
              <a:defRPr sz="500"/>
            </a:lvl8pPr>
            <a:lvl9pPr>
              <a:defRPr sz="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235" y="1535013"/>
            <a:ext cx="5388901" cy="639961"/>
          </a:xfrm>
        </p:spPr>
        <p:txBody>
          <a:bodyPr anchor="b"/>
          <a:lstStyle>
            <a:lvl1pPr marL="0" indent="0">
              <a:buNone/>
              <a:defRPr sz="750" b="1"/>
            </a:lvl1pPr>
            <a:lvl2pPr marL="142875" indent="0">
              <a:buNone/>
              <a:defRPr sz="625" b="1"/>
            </a:lvl2pPr>
            <a:lvl3pPr marL="285750" indent="0">
              <a:buNone/>
              <a:defRPr sz="560" b="1"/>
            </a:lvl3pPr>
            <a:lvl4pPr marL="428625" indent="0">
              <a:buNone/>
              <a:defRPr sz="500" b="1"/>
            </a:lvl4pPr>
            <a:lvl5pPr marL="571500" indent="0">
              <a:buNone/>
              <a:defRPr sz="500" b="1"/>
            </a:lvl5pPr>
            <a:lvl6pPr marL="714375" indent="0">
              <a:buNone/>
              <a:defRPr sz="500" b="1"/>
            </a:lvl6pPr>
            <a:lvl7pPr marL="857250" indent="0">
              <a:buNone/>
              <a:defRPr sz="500" b="1"/>
            </a:lvl7pPr>
            <a:lvl8pPr marL="1000125" indent="0">
              <a:buNone/>
              <a:defRPr sz="500" b="1"/>
            </a:lvl8pPr>
            <a:lvl9pPr marL="1143000" indent="0">
              <a:buNone/>
              <a:defRPr sz="5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235" y="2174974"/>
            <a:ext cx="5388901" cy="3951089"/>
          </a:xfrm>
        </p:spPr>
        <p:txBody>
          <a:bodyPr/>
          <a:lstStyle>
            <a:lvl1pPr>
              <a:defRPr sz="750"/>
            </a:lvl1pPr>
            <a:lvl2pPr>
              <a:defRPr sz="625"/>
            </a:lvl2pPr>
            <a:lvl3pPr>
              <a:defRPr sz="560"/>
            </a:lvl3pPr>
            <a:lvl4pPr>
              <a:defRPr sz="500"/>
            </a:lvl4pPr>
            <a:lvl5pPr>
              <a:defRPr sz="500"/>
            </a:lvl5pPr>
            <a:lvl6pPr>
              <a:defRPr sz="500"/>
            </a:lvl6pPr>
            <a:lvl7pPr>
              <a:defRPr sz="500"/>
            </a:lvl7pPr>
            <a:lvl8pPr>
              <a:defRPr sz="500"/>
            </a:lvl8pPr>
            <a:lvl9pPr>
              <a:defRPr sz="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D49E58C7-971B-4C27-BD27-18E3F8003D94}" type="slidenum">
              <a:rPr lang="en-US" altLang="en-US"/>
              <a:t>‹#›</a:t>
            </a:fld>
            <a:endParaRPr lang="en-US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A09EB19F-2F03-46EC-B09D-4B2AE27C5CEA}" type="slidenum">
              <a:rPr lang="en-US" altLang="en-US"/>
              <a:t>‹#›</a:t>
            </a:fld>
            <a:endParaRPr lang="en-US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F54E1A7E-5A2B-494D-8401-06494E266AB7}" type="slidenum">
              <a:rPr lang="en-US" altLang="en-US"/>
              <a:t>‹#›</a:t>
            </a:fld>
            <a:endParaRPr lang="en-US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865" y="272951"/>
            <a:ext cx="4011083" cy="1162050"/>
          </a:xfrm>
        </p:spPr>
        <p:txBody>
          <a:bodyPr anchor="b"/>
          <a:lstStyle>
            <a:lvl1pPr algn="l">
              <a:defRPr sz="625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469" y="272951"/>
            <a:ext cx="6815667" cy="5853112"/>
          </a:xfrm>
        </p:spPr>
        <p:txBody>
          <a:bodyPr/>
          <a:lstStyle>
            <a:lvl1pPr>
              <a:defRPr sz="1000"/>
            </a:lvl1pPr>
            <a:lvl2pPr>
              <a:defRPr sz="875"/>
            </a:lvl2pPr>
            <a:lvl3pPr>
              <a:defRPr sz="750"/>
            </a:lvl3pPr>
            <a:lvl4pPr>
              <a:defRPr sz="625"/>
            </a:lvl4pPr>
            <a:lvl5pPr>
              <a:defRPr sz="625"/>
            </a:lvl5pPr>
            <a:lvl6pPr>
              <a:defRPr sz="625"/>
            </a:lvl6pPr>
            <a:lvl7pPr>
              <a:defRPr sz="625"/>
            </a:lvl7pPr>
            <a:lvl8pPr>
              <a:defRPr sz="625"/>
            </a:lvl8pPr>
            <a:lvl9pPr>
              <a:defRPr sz="625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865" y="1435001"/>
            <a:ext cx="4011083" cy="4691063"/>
          </a:xfrm>
        </p:spPr>
        <p:txBody>
          <a:bodyPr/>
          <a:lstStyle>
            <a:lvl1pPr marL="0" indent="0">
              <a:buNone/>
              <a:defRPr sz="440"/>
            </a:lvl1pPr>
            <a:lvl2pPr marL="142875" indent="0">
              <a:buNone/>
              <a:defRPr sz="375"/>
            </a:lvl2pPr>
            <a:lvl3pPr marL="285750" indent="0">
              <a:buNone/>
              <a:defRPr sz="310"/>
            </a:lvl3pPr>
            <a:lvl4pPr marL="428625" indent="0">
              <a:buNone/>
              <a:defRPr sz="280"/>
            </a:lvl4pPr>
            <a:lvl5pPr marL="571500" indent="0">
              <a:buNone/>
              <a:defRPr sz="280"/>
            </a:lvl5pPr>
            <a:lvl6pPr marL="714375" indent="0">
              <a:buNone/>
              <a:defRPr sz="280"/>
            </a:lvl6pPr>
            <a:lvl7pPr marL="857250" indent="0">
              <a:buNone/>
              <a:defRPr sz="280"/>
            </a:lvl7pPr>
            <a:lvl8pPr marL="1000125" indent="0">
              <a:buNone/>
              <a:defRPr sz="280"/>
            </a:lvl8pPr>
            <a:lvl9pPr marL="1143000" indent="0">
              <a:buNone/>
              <a:defRPr sz="28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88B875E7-33BD-4BBB-8C47-2EBDDE06A271}" type="slidenum">
              <a:rPr lang="en-US" altLang="en-US"/>
              <a:t>‹#›</a:t>
            </a:fld>
            <a:endParaRPr lang="en-US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849" y="4800600"/>
            <a:ext cx="7315067" cy="566738"/>
          </a:xfrm>
        </p:spPr>
        <p:txBody>
          <a:bodyPr anchor="b"/>
          <a:lstStyle>
            <a:lvl1pPr algn="l">
              <a:defRPr sz="625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849" y="612874"/>
            <a:ext cx="7315067" cy="4114800"/>
          </a:xfrm>
        </p:spPr>
        <p:txBody>
          <a:bodyPr/>
          <a:lstStyle>
            <a:lvl1pPr marL="0" indent="0">
              <a:buNone/>
              <a:defRPr sz="1000"/>
            </a:lvl1pPr>
            <a:lvl2pPr marL="142875" indent="0">
              <a:buNone/>
              <a:defRPr sz="875"/>
            </a:lvl2pPr>
            <a:lvl3pPr marL="285750" indent="0">
              <a:buNone/>
              <a:defRPr sz="750"/>
            </a:lvl3pPr>
            <a:lvl4pPr marL="428625" indent="0">
              <a:buNone/>
              <a:defRPr sz="625"/>
            </a:lvl4pPr>
            <a:lvl5pPr marL="571500" indent="0">
              <a:buNone/>
              <a:defRPr sz="625"/>
            </a:lvl5pPr>
            <a:lvl6pPr marL="714375" indent="0">
              <a:buNone/>
              <a:defRPr sz="625"/>
            </a:lvl6pPr>
            <a:lvl7pPr marL="857250" indent="0">
              <a:buNone/>
              <a:defRPr sz="625"/>
            </a:lvl7pPr>
            <a:lvl8pPr marL="1000125" indent="0">
              <a:buNone/>
              <a:defRPr sz="625"/>
            </a:lvl8pPr>
            <a:lvl9pPr marL="1143000" indent="0">
              <a:buNone/>
              <a:defRPr sz="625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849" y="5367337"/>
            <a:ext cx="7315067" cy="804862"/>
          </a:xfrm>
        </p:spPr>
        <p:txBody>
          <a:bodyPr/>
          <a:lstStyle>
            <a:lvl1pPr marL="0" indent="0">
              <a:buNone/>
              <a:defRPr sz="440"/>
            </a:lvl1pPr>
            <a:lvl2pPr marL="142875" indent="0">
              <a:buNone/>
              <a:defRPr sz="375"/>
            </a:lvl2pPr>
            <a:lvl3pPr marL="285750" indent="0">
              <a:buNone/>
              <a:defRPr sz="310"/>
            </a:lvl3pPr>
            <a:lvl4pPr marL="428625" indent="0">
              <a:buNone/>
              <a:defRPr sz="280"/>
            </a:lvl4pPr>
            <a:lvl5pPr marL="571500" indent="0">
              <a:buNone/>
              <a:defRPr sz="280"/>
            </a:lvl5pPr>
            <a:lvl6pPr marL="714375" indent="0">
              <a:buNone/>
              <a:defRPr sz="280"/>
            </a:lvl6pPr>
            <a:lvl7pPr marL="857250" indent="0">
              <a:buNone/>
              <a:defRPr sz="280"/>
            </a:lvl7pPr>
            <a:lvl8pPr marL="1000125" indent="0">
              <a:buNone/>
              <a:defRPr sz="280"/>
            </a:lvl8pPr>
            <a:lvl9pPr marL="1143000" indent="0">
              <a:buNone/>
              <a:defRPr sz="28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381C92C-B487-45F5-B181-1FD92877D42F}" type="slidenum">
              <a:rPr lang="en-US" altLang="en-US"/>
              <a:t>‹#›</a:t>
            </a:fld>
            <a:endParaRPr lang="en-US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F857FA5D-8723-40F3-B3FD-6EC522937100}" type="slidenum">
              <a:rPr lang="en-US" altLang="en-US"/>
              <a:t>‹#›</a:t>
            </a:fld>
            <a:endParaRPr lang="en-US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685610" y="609898"/>
            <a:ext cx="2589609" cy="5486102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916781" y="609898"/>
            <a:ext cx="7705328" cy="5486102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C2BFD8EF-44FA-4579-AF27-52321F07E7B1}" type="slidenum">
              <a:rPr lang="en-US" altLang="en-US"/>
              <a:t>‹#›</a:t>
            </a:fld>
            <a:endParaRPr lang="en-US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916782" y="609898"/>
            <a:ext cx="10358437" cy="114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434525" tIns="217265" rIns="434525" bIns="217265" numCol="1" anchor="ctr" anchorCtr="0" compatLnSpc="1"/>
          <a:lstStyle/>
          <a:p>
            <a:pPr lvl="0"/>
            <a:r>
              <a:rPr lang="en-US" altLang="en-US"/>
              <a:t>Click to edit Master title style</a:t>
            </a:r>
          </a:p>
        </p:txBody>
      </p:sp>
      <p:sp>
        <p:nvSpPr>
          <p:cNvPr id="2051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916782" y="1976437"/>
            <a:ext cx="10358437" cy="41195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434525" tIns="217265" rIns="434525" bIns="217265" numCol="1" anchor="t" anchorCtr="0" compatLnSpc="1"/>
          <a:lstStyle/>
          <a:p>
            <a:pPr lvl="0"/>
            <a:r>
              <a:rPr lang="en-US" altLang="en-US"/>
              <a:t>Click to edit Master text styles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  <a:p>
            <a:pPr lvl="3"/>
            <a:r>
              <a:rPr lang="en-US" altLang="en-US"/>
              <a:t>Fourth level</a:t>
            </a:r>
          </a:p>
          <a:p>
            <a:pPr lvl="4"/>
            <a:r>
              <a:rPr lang="en-US" altLang="en-US"/>
              <a:t>Fifth level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916781" y="6253460"/>
            <a:ext cx="2540000" cy="4524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434525" tIns="217265" rIns="434525" bIns="217265" numCol="1" anchor="t" anchorCtr="0" compatLnSpc="1"/>
          <a:lstStyle>
            <a:lvl1pPr defTabSz="3181985">
              <a:defRPr sz="1905" b="0" smtClean="0">
                <a:solidFill>
                  <a:schemeClr val="tx1"/>
                </a:solidFill>
                <a:latin typeface="+mn-lt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4163219" y="6253460"/>
            <a:ext cx="3865563" cy="4524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434525" tIns="217265" rIns="434525" bIns="217265" numCol="1" anchor="t" anchorCtr="0" compatLnSpc="1"/>
          <a:lstStyle>
            <a:lvl1pPr algn="ctr" defTabSz="3181985">
              <a:defRPr sz="1905" b="0" smtClean="0">
                <a:solidFill>
                  <a:schemeClr val="tx1"/>
                </a:solidFill>
                <a:latin typeface="+mn-lt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735219" y="6253460"/>
            <a:ext cx="2540000" cy="4524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434525" tIns="217265" rIns="434525" bIns="217265" numCol="1" anchor="t" anchorCtr="0" compatLnSpc="1"/>
          <a:lstStyle>
            <a:lvl1pPr algn="r" defTabSz="3181985">
              <a:defRPr sz="1905" b="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</a:lstStyle>
          <a:p>
            <a:fld id="{E0AF0A66-E61A-4F3D-AFCC-1AD354D8DE3C}" type="slidenum">
              <a:rPr lang="en-US" altLang="en-US"/>
              <a:t>‹#›</a:t>
            </a:fld>
            <a:endParaRPr lang="en-US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1360170" rtl="0" eaLnBrk="0" fontAlgn="base" hangingPunct="0">
        <a:spcBef>
          <a:spcPct val="0"/>
        </a:spcBef>
        <a:spcAft>
          <a:spcPct val="0"/>
        </a:spcAft>
        <a:defRPr sz="6625">
          <a:solidFill>
            <a:schemeClr val="tx2"/>
          </a:solidFill>
          <a:latin typeface="+mj-lt"/>
          <a:ea typeface="+mj-ea"/>
          <a:cs typeface="+mj-cs"/>
        </a:defRPr>
      </a:lvl1pPr>
      <a:lvl2pPr algn="ctr" defTabSz="3181985" rtl="0" eaLnBrk="0" fontAlgn="base" hangingPunct="0">
        <a:spcBef>
          <a:spcPct val="0"/>
        </a:spcBef>
        <a:spcAft>
          <a:spcPct val="0"/>
        </a:spcAft>
        <a:defRPr sz="15500">
          <a:solidFill>
            <a:schemeClr val="tx2"/>
          </a:solidFill>
          <a:latin typeface="Times New Roman" panose="02020603050405020304" pitchFamily="18" charset="0"/>
        </a:defRPr>
      </a:lvl2pPr>
      <a:lvl3pPr algn="ctr" defTabSz="3181985" rtl="0" eaLnBrk="0" fontAlgn="base" hangingPunct="0">
        <a:spcBef>
          <a:spcPct val="0"/>
        </a:spcBef>
        <a:spcAft>
          <a:spcPct val="0"/>
        </a:spcAft>
        <a:defRPr sz="15500">
          <a:solidFill>
            <a:schemeClr val="tx2"/>
          </a:solidFill>
          <a:latin typeface="Times New Roman" panose="02020603050405020304" pitchFamily="18" charset="0"/>
        </a:defRPr>
      </a:lvl3pPr>
      <a:lvl4pPr algn="ctr" defTabSz="3181985" rtl="0" eaLnBrk="0" fontAlgn="base" hangingPunct="0">
        <a:spcBef>
          <a:spcPct val="0"/>
        </a:spcBef>
        <a:spcAft>
          <a:spcPct val="0"/>
        </a:spcAft>
        <a:defRPr sz="15500">
          <a:solidFill>
            <a:schemeClr val="tx2"/>
          </a:solidFill>
          <a:latin typeface="Times New Roman" panose="02020603050405020304" pitchFamily="18" charset="0"/>
        </a:defRPr>
      </a:lvl4pPr>
      <a:lvl5pPr algn="ctr" defTabSz="3181985" rtl="0" eaLnBrk="0" fontAlgn="base" hangingPunct="0">
        <a:spcBef>
          <a:spcPct val="0"/>
        </a:spcBef>
        <a:spcAft>
          <a:spcPct val="0"/>
        </a:spcAft>
        <a:defRPr sz="15500">
          <a:solidFill>
            <a:schemeClr val="tx2"/>
          </a:solidFill>
          <a:latin typeface="Times New Roman" panose="02020603050405020304" pitchFamily="18" charset="0"/>
        </a:defRPr>
      </a:lvl5pPr>
      <a:lvl6pPr marL="334010" algn="ctr" defTabSz="3181985" rtl="0" eaLnBrk="0" fontAlgn="base" hangingPunct="0">
        <a:spcBef>
          <a:spcPct val="0"/>
        </a:spcBef>
        <a:spcAft>
          <a:spcPct val="0"/>
        </a:spcAft>
        <a:defRPr sz="15500">
          <a:solidFill>
            <a:schemeClr val="tx2"/>
          </a:solidFill>
          <a:latin typeface="Times New Roman" panose="02020603050405020304" pitchFamily="18" charset="0"/>
        </a:defRPr>
      </a:lvl6pPr>
      <a:lvl7pPr marL="668655" algn="ctr" defTabSz="3181985" rtl="0" eaLnBrk="0" fontAlgn="base" hangingPunct="0">
        <a:spcBef>
          <a:spcPct val="0"/>
        </a:spcBef>
        <a:spcAft>
          <a:spcPct val="0"/>
        </a:spcAft>
        <a:defRPr sz="15500">
          <a:solidFill>
            <a:schemeClr val="tx2"/>
          </a:solidFill>
          <a:latin typeface="Times New Roman" panose="02020603050405020304" pitchFamily="18" charset="0"/>
        </a:defRPr>
      </a:lvl7pPr>
      <a:lvl8pPr marL="1002665" algn="ctr" defTabSz="3181985" rtl="0" eaLnBrk="0" fontAlgn="base" hangingPunct="0">
        <a:spcBef>
          <a:spcPct val="0"/>
        </a:spcBef>
        <a:spcAft>
          <a:spcPct val="0"/>
        </a:spcAft>
        <a:defRPr sz="15500">
          <a:solidFill>
            <a:schemeClr val="tx2"/>
          </a:solidFill>
          <a:latin typeface="Times New Roman" panose="02020603050405020304" pitchFamily="18" charset="0"/>
        </a:defRPr>
      </a:lvl8pPr>
      <a:lvl9pPr marL="1337310" algn="ctr" defTabSz="3181985" rtl="0" eaLnBrk="0" fontAlgn="base" hangingPunct="0">
        <a:spcBef>
          <a:spcPct val="0"/>
        </a:spcBef>
        <a:spcAft>
          <a:spcPct val="0"/>
        </a:spcAft>
        <a:defRPr sz="15500">
          <a:solidFill>
            <a:schemeClr val="tx2"/>
          </a:solidFill>
          <a:latin typeface="Times New Roman" panose="02020603050405020304" pitchFamily="18" charset="0"/>
        </a:defRPr>
      </a:lvl9pPr>
    </p:titleStyle>
    <p:bodyStyle>
      <a:lvl1pPr marL="509270" indent="-509270" algn="l" defTabSz="1360170" rtl="0" eaLnBrk="0" fontAlgn="base" hangingPunct="0">
        <a:spcBef>
          <a:spcPts val="40"/>
        </a:spcBef>
        <a:spcAft>
          <a:spcPct val="0"/>
        </a:spcAft>
        <a:buChar char="•"/>
        <a:defRPr sz="4530">
          <a:solidFill>
            <a:schemeClr val="tx1"/>
          </a:solidFill>
          <a:latin typeface="+mn-lt"/>
          <a:ea typeface="+mn-ea"/>
          <a:cs typeface="+mn-cs"/>
        </a:defRPr>
      </a:lvl1pPr>
      <a:lvl2pPr marL="1104265" indent="-425450" algn="l" defTabSz="1360170" rtl="0" eaLnBrk="0" fontAlgn="base" hangingPunct="0">
        <a:spcBef>
          <a:spcPts val="40"/>
        </a:spcBef>
        <a:spcAft>
          <a:spcPct val="0"/>
        </a:spcAft>
        <a:buChar char="–"/>
        <a:defRPr sz="4125">
          <a:solidFill>
            <a:schemeClr val="tx1"/>
          </a:solidFill>
          <a:latin typeface="+mn-lt"/>
        </a:defRPr>
      </a:lvl2pPr>
      <a:lvl3pPr marL="1696085" indent="-336550" algn="l" defTabSz="1360170" rtl="0" eaLnBrk="0" fontAlgn="base" hangingPunct="0">
        <a:spcBef>
          <a:spcPts val="40"/>
        </a:spcBef>
        <a:spcAft>
          <a:spcPct val="0"/>
        </a:spcAft>
        <a:buChar char="•"/>
        <a:defRPr sz="3440">
          <a:solidFill>
            <a:schemeClr val="tx1"/>
          </a:solidFill>
          <a:latin typeface="+mn-lt"/>
        </a:defRPr>
      </a:lvl3pPr>
      <a:lvl4pPr marL="2377440" indent="-343535" algn="l" defTabSz="1360170" rtl="0" eaLnBrk="0" fontAlgn="base" hangingPunct="0">
        <a:spcBef>
          <a:spcPts val="40"/>
        </a:spcBef>
        <a:spcAft>
          <a:spcPct val="0"/>
        </a:spcAft>
        <a:buChar char="–"/>
        <a:defRPr sz="2905">
          <a:solidFill>
            <a:schemeClr val="tx1"/>
          </a:solidFill>
          <a:latin typeface="+mn-lt"/>
        </a:defRPr>
      </a:lvl4pPr>
      <a:lvl5pPr marL="3053080" indent="-337820" algn="l" defTabSz="1360170" rtl="0" eaLnBrk="0" fontAlgn="base" hangingPunct="0">
        <a:spcBef>
          <a:spcPts val="40"/>
        </a:spcBef>
        <a:spcAft>
          <a:spcPct val="0"/>
        </a:spcAft>
        <a:buChar char="»"/>
        <a:defRPr sz="2905">
          <a:solidFill>
            <a:schemeClr val="tx1"/>
          </a:solidFill>
          <a:latin typeface="+mn-lt"/>
        </a:defRPr>
      </a:lvl5pPr>
      <a:lvl6pPr marL="3195955" indent="-337820" algn="l" defTabSz="1360170" rtl="0" eaLnBrk="0" fontAlgn="base" hangingPunct="0">
        <a:spcBef>
          <a:spcPts val="40"/>
        </a:spcBef>
        <a:spcAft>
          <a:spcPct val="0"/>
        </a:spcAft>
        <a:buChar char="»"/>
        <a:defRPr sz="2905">
          <a:solidFill>
            <a:schemeClr val="tx1"/>
          </a:solidFill>
          <a:latin typeface="+mn-lt"/>
        </a:defRPr>
      </a:lvl6pPr>
      <a:lvl7pPr marL="3338195" indent="-337820" algn="l" defTabSz="1360170" rtl="0" eaLnBrk="0" fontAlgn="base" hangingPunct="0">
        <a:spcBef>
          <a:spcPts val="40"/>
        </a:spcBef>
        <a:spcAft>
          <a:spcPct val="0"/>
        </a:spcAft>
        <a:buChar char="»"/>
        <a:defRPr sz="2905">
          <a:solidFill>
            <a:schemeClr val="tx1"/>
          </a:solidFill>
          <a:latin typeface="+mn-lt"/>
        </a:defRPr>
      </a:lvl7pPr>
      <a:lvl8pPr marL="3481705" indent="-337820" algn="l" defTabSz="1360170" rtl="0" eaLnBrk="0" fontAlgn="base" hangingPunct="0">
        <a:spcBef>
          <a:spcPts val="40"/>
        </a:spcBef>
        <a:spcAft>
          <a:spcPct val="0"/>
        </a:spcAft>
        <a:buChar char="»"/>
        <a:defRPr sz="2905">
          <a:solidFill>
            <a:schemeClr val="tx1"/>
          </a:solidFill>
          <a:latin typeface="+mn-lt"/>
        </a:defRPr>
      </a:lvl8pPr>
      <a:lvl9pPr marL="3623945" indent="-337820" algn="l" defTabSz="1360170" rtl="0" eaLnBrk="0" fontAlgn="base" hangingPunct="0">
        <a:spcBef>
          <a:spcPts val="40"/>
        </a:spcBef>
        <a:spcAft>
          <a:spcPct val="0"/>
        </a:spcAft>
        <a:buChar char="»"/>
        <a:defRPr sz="2905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285750" rtl="0" eaLnBrk="1" latinLnBrk="0" hangingPunct="1">
        <a:defRPr sz="560" kern="1200">
          <a:solidFill>
            <a:schemeClr val="tx1"/>
          </a:solidFill>
          <a:latin typeface="+mn-lt"/>
          <a:ea typeface="+mn-ea"/>
          <a:cs typeface="+mn-cs"/>
        </a:defRPr>
      </a:lvl1pPr>
      <a:lvl2pPr marL="142875" algn="l" defTabSz="285750" rtl="0" eaLnBrk="1" latinLnBrk="0" hangingPunct="1">
        <a:defRPr sz="560" kern="1200">
          <a:solidFill>
            <a:schemeClr val="tx1"/>
          </a:solidFill>
          <a:latin typeface="+mn-lt"/>
          <a:ea typeface="+mn-ea"/>
          <a:cs typeface="+mn-cs"/>
        </a:defRPr>
      </a:lvl2pPr>
      <a:lvl3pPr marL="285750" algn="l" defTabSz="285750" rtl="0" eaLnBrk="1" latinLnBrk="0" hangingPunct="1">
        <a:defRPr sz="560" kern="1200">
          <a:solidFill>
            <a:schemeClr val="tx1"/>
          </a:solidFill>
          <a:latin typeface="+mn-lt"/>
          <a:ea typeface="+mn-ea"/>
          <a:cs typeface="+mn-cs"/>
        </a:defRPr>
      </a:lvl3pPr>
      <a:lvl4pPr marL="428625" algn="l" defTabSz="285750" rtl="0" eaLnBrk="1" latinLnBrk="0" hangingPunct="1">
        <a:defRPr sz="560" kern="1200">
          <a:solidFill>
            <a:schemeClr val="tx1"/>
          </a:solidFill>
          <a:latin typeface="+mn-lt"/>
          <a:ea typeface="+mn-ea"/>
          <a:cs typeface="+mn-cs"/>
        </a:defRPr>
      </a:lvl4pPr>
      <a:lvl5pPr marL="571500" algn="l" defTabSz="285750" rtl="0" eaLnBrk="1" latinLnBrk="0" hangingPunct="1">
        <a:defRPr sz="560" kern="1200">
          <a:solidFill>
            <a:schemeClr val="tx1"/>
          </a:solidFill>
          <a:latin typeface="+mn-lt"/>
          <a:ea typeface="+mn-ea"/>
          <a:cs typeface="+mn-cs"/>
        </a:defRPr>
      </a:lvl5pPr>
      <a:lvl6pPr marL="714375" algn="l" defTabSz="285750" rtl="0" eaLnBrk="1" latinLnBrk="0" hangingPunct="1">
        <a:defRPr sz="560" kern="1200">
          <a:solidFill>
            <a:schemeClr val="tx1"/>
          </a:solidFill>
          <a:latin typeface="+mn-lt"/>
          <a:ea typeface="+mn-ea"/>
          <a:cs typeface="+mn-cs"/>
        </a:defRPr>
      </a:lvl6pPr>
      <a:lvl7pPr marL="857250" algn="l" defTabSz="285750" rtl="0" eaLnBrk="1" latinLnBrk="0" hangingPunct="1">
        <a:defRPr sz="560" kern="1200">
          <a:solidFill>
            <a:schemeClr val="tx1"/>
          </a:solidFill>
          <a:latin typeface="+mn-lt"/>
          <a:ea typeface="+mn-ea"/>
          <a:cs typeface="+mn-cs"/>
        </a:defRPr>
      </a:lvl7pPr>
      <a:lvl8pPr marL="1000125" algn="l" defTabSz="285750" rtl="0" eaLnBrk="1" latinLnBrk="0" hangingPunct="1">
        <a:defRPr sz="560" kern="1200">
          <a:solidFill>
            <a:schemeClr val="tx1"/>
          </a:solidFill>
          <a:latin typeface="+mn-lt"/>
          <a:ea typeface="+mn-ea"/>
          <a:cs typeface="+mn-cs"/>
        </a:defRPr>
      </a:lvl8pPr>
      <a:lvl9pPr marL="1143000" algn="l" defTabSz="285750" rtl="0" eaLnBrk="1" latinLnBrk="0" hangingPunct="1">
        <a:defRPr sz="56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jpeg"/><Relationship Id="rId13" Type="http://schemas.openxmlformats.org/officeDocument/2006/relationships/image" Target="../media/image12.jpeg"/><Relationship Id="rId18" Type="http://schemas.openxmlformats.org/officeDocument/2006/relationships/image" Target="../media/image17.jpeg"/><Relationship Id="rId3" Type="http://schemas.openxmlformats.org/officeDocument/2006/relationships/image" Target="../media/image2.jpeg"/><Relationship Id="rId7" Type="http://schemas.openxmlformats.org/officeDocument/2006/relationships/image" Target="../media/image6.png"/><Relationship Id="rId12" Type="http://schemas.openxmlformats.org/officeDocument/2006/relationships/image" Target="../media/image11.jpeg"/><Relationship Id="rId17" Type="http://schemas.openxmlformats.org/officeDocument/2006/relationships/image" Target="../media/image16.jpeg"/><Relationship Id="rId2" Type="http://schemas.openxmlformats.org/officeDocument/2006/relationships/image" Target="../media/image1.png"/><Relationship Id="rId16" Type="http://schemas.openxmlformats.org/officeDocument/2006/relationships/image" Target="../media/image15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jpeg"/><Relationship Id="rId11" Type="http://schemas.openxmlformats.org/officeDocument/2006/relationships/image" Target="../media/image10.png"/><Relationship Id="rId5" Type="http://schemas.openxmlformats.org/officeDocument/2006/relationships/image" Target="../media/image4.jpeg"/><Relationship Id="rId15" Type="http://schemas.openxmlformats.org/officeDocument/2006/relationships/image" Target="../media/image14.png"/><Relationship Id="rId10" Type="http://schemas.openxmlformats.org/officeDocument/2006/relationships/image" Target="../media/image9.jpg"/><Relationship Id="rId19" Type="http://schemas.openxmlformats.org/officeDocument/2006/relationships/image" Target="../media/image18.jpeg"/><Relationship Id="rId4" Type="http://schemas.openxmlformats.org/officeDocument/2006/relationships/image" Target="../media/image3.jpeg"/><Relationship Id="rId9" Type="http://schemas.openxmlformats.org/officeDocument/2006/relationships/image" Target="../media/image8.png"/><Relationship Id="rId14" Type="http://schemas.openxmlformats.org/officeDocument/2006/relationships/image" Target="../media/image1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Text Box 2"/>
          <p:cNvSpPr txBox="1">
            <a:spLocks noChangeArrowheads="1"/>
          </p:cNvSpPr>
          <p:nvPr/>
        </p:nvSpPr>
        <p:spPr bwMode="auto">
          <a:xfrm>
            <a:off x="8195015" y="5985041"/>
            <a:ext cx="3928110" cy="347980"/>
          </a:xfrm>
          <a:prstGeom prst="rect">
            <a:avLst/>
          </a:prstGeom>
          <a:solidFill>
            <a:srgbClr val="38B4AF">
              <a:alpha val="71000"/>
            </a:srgbClr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69432" tIns="36195" rIns="69432" bIns="36195">
            <a:noAutofit/>
          </a:bodyPr>
          <a:lstStyle>
            <a:lvl1pPr defTabSz="908050">
              <a:defRPr sz="4000" b="1">
                <a:solidFill>
                  <a:srgbClr val="003399"/>
                </a:solidFill>
                <a:latin typeface="Arial" panose="020B0604020202090204" pitchFamily="34" charset="0"/>
              </a:defRPr>
            </a:lvl1pPr>
            <a:lvl2pPr marL="742950" indent="-285750" defTabSz="908050">
              <a:defRPr sz="4000" b="1">
                <a:solidFill>
                  <a:srgbClr val="003399"/>
                </a:solidFill>
                <a:latin typeface="Arial" panose="020B0604020202090204" pitchFamily="34" charset="0"/>
              </a:defRPr>
            </a:lvl2pPr>
            <a:lvl3pPr marL="1143000" indent="-228600" defTabSz="908050">
              <a:defRPr sz="4000" b="1">
                <a:solidFill>
                  <a:srgbClr val="003399"/>
                </a:solidFill>
                <a:latin typeface="Arial" panose="020B0604020202090204" pitchFamily="34" charset="0"/>
              </a:defRPr>
            </a:lvl3pPr>
            <a:lvl4pPr marL="1600200" indent="-228600" defTabSz="908050">
              <a:defRPr sz="4000" b="1">
                <a:solidFill>
                  <a:srgbClr val="003399"/>
                </a:solidFill>
                <a:latin typeface="Arial" panose="020B0604020202090204" pitchFamily="34" charset="0"/>
              </a:defRPr>
            </a:lvl4pPr>
            <a:lvl5pPr marL="2057400" indent="-228600" defTabSz="908050">
              <a:defRPr sz="4000" b="1">
                <a:solidFill>
                  <a:srgbClr val="003399"/>
                </a:solidFill>
                <a:latin typeface="Arial" panose="020B0604020202090204" pitchFamily="34" charset="0"/>
              </a:defRPr>
            </a:lvl5pPr>
            <a:lvl6pPr marL="2514600" indent="-228600" defTabSz="908050" eaLnBrk="0" fontAlgn="base" hangingPunct="0">
              <a:spcBef>
                <a:spcPct val="0"/>
              </a:spcBef>
              <a:spcAft>
                <a:spcPct val="0"/>
              </a:spcAft>
              <a:defRPr sz="4000" b="1">
                <a:solidFill>
                  <a:srgbClr val="003399"/>
                </a:solidFill>
                <a:latin typeface="Arial" panose="020B0604020202090204" pitchFamily="34" charset="0"/>
              </a:defRPr>
            </a:lvl6pPr>
            <a:lvl7pPr marL="2971800" indent="-228600" defTabSz="908050" eaLnBrk="0" fontAlgn="base" hangingPunct="0">
              <a:spcBef>
                <a:spcPct val="0"/>
              </a:spcBef>
              <a:spcAft>
                <a:spcPct val="0"/>
              </a:spcAft>
              <a:defRPr sz="4000" b="1">
                <a:solidFill>
                  <a:srgbClr val="003399"/>
                </a:solidFill>
                <a:latin typeface="Arial" panose="020B0604020202090204" pitchFamily="34" charset="0"/>
              </a:defRPr>
            </a:lvl7pPr>
            <a:lvl8pPr marL="3429000" indent="-228600" defTabSz="908050" eaLnBrk="0" fontAlgn="base" hangingPunct="0">
              <a:spcBef>
                <a:spcPct val="0"/>
              </a:spcBef>
              <a:spcAft>
                <a:spcPct val="0"/>
              </a:spcAft>
              <a:defRPr sz="4000" b="1">
                <a:solidFill>
                  <a:srgbClr val="003399"/>
                </a:solidFill>
                <a:latin typeface="Arial" panose="020B0604020202090204" pitchFamily="34" charset="0"/>
              </a:defRPr>
            </a:lvl8pPr>
            <a:lvl9pPr marL="3886200" indent="-228600" defTabSz="908050" eaLnBrk="0" fontAlgn="base" hangingPunct="0">
              <a:spcBef>
                <a:spcPct val="0"/>
              </a:spcBef>
              <a:spcAft>
                <a:spcPct val="0"/>
              </a:spcAft>
              <a:defRPr sz="4000" b="1">
                <a:solidFill>
                  <a:srgbClr val="003399"/>
                </a:solidFill>
                <a:latin typeface="Arial" panose="020B0604020202090204" pitchFamily="34" charset="0"/>
              </a:defRPr>
            </a:lvl9pPr>
          </a:lstStyle>
          <a:p>
            <a:pPr marL="0" indent="0" algn="ctr" latinLnBrk="0">
              <a:lnSpc>
                <a:spcPct val="100000"/>
              </a:lnSpc>
              <a:spcBef>
                <a:spcPts val="0"/>
              </a:spcBef>
            </a:pPr>
            <a:r>
              <a:rPr sz="1600" dirty="0">
                <a:solidFill>
                  <a:schemeClr val="bg1"/>
                </a:solidFill>
                <a:latin typeface="Comic Sans MS Bold"/>
              </a:rPr>
              <a:t>References</a:t>
            </a:r>
            <a:endParaRPr lang="en-US" altLang="zh-CN" sz="1600" dirty="0">
              <a:solidFill>
                <a:schemeClr val="bg1"/>
              </a:solidFill>
              <a:latin typeface="Comic Sans MS Bold" panose="030F0902030302020204" charset="0"/>
              <a:cs typeface="Comic Sans MS Bold" panose="030F0902030302020204" charset="0"/>
            </a:endParaRPr>
          </a:p>
        </p:txBody>
      </p:sp>
      <p:pic>
        <p:nvPicPr>
          <p:cNvPr id="39" name="图片 38">
            <a:extLst>
              <a:ext uri="{FF2B5EF4-FFF2-40B4-BE49-F238E27FC236}">
                <a16:creationId xmlns:a16="http://schemas.microsoft.com/office/drawing/2014/main" id="{E15E1AFA-3C39-AFCE-D3DB-BDBEFCF72792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3153"/>
          <a:stretch>
            <a:fillRect/>
          </a:stretch>
        </p:blipFill>
        <p:spPr>
          <a:xfrm>
            <a:off x="6223440" y="5055730"/>
            <a:ext cx="1705489" cy="1791869"/>
          </a:xfrm>
          <a:prstGeom prst="rect">
            <a:avLst/>
          </a:prstGeom>
        </p:spPr>
      </p:pic>
      <p:sp>
        <p:nvSpPr>
          <p:cNvPr id="14" name="文本框 13"/>
          <p:cNvSpPr txBox="1"/>
          <p:nvPr/>
        </p:nvSpPr>
        <p:spPr>
          <a:xfrm>
            <a:off x="0" y="-5715"/>
            <a:ext cx="12192635" cy="1035050"/>
          </a:xfrm>
          <a:prstGeom prst="rect">
            <a:avLst/>
          </a:prstGeom>
          <a:gradFill>
            <a:gsLst>
              <a:gs pos="0">
                <a:srgbClr val="D8D4CD"/>
              </a:gs>
              <a:gs pos="14000">
                <a:srgbClr val="DFE2CB"/>
              </a:gs>
              <a:gs pos="55000">
                <a:srgbClr val="38B4AF"/>
              </a:gs>
              <a:gs pos="100000">
                <a:srgbClr val="F5BE58"/>
              </a:gs>
            </a:gsLst>
            <a:lin ang="0" scaled="0"/>
          </a:gradFill>
        </p:spPr>
        <p:txBody>
          <a:bodyPr wrap="square" rtlCol="0">
            <a:noAutofit/>
          </a:bodyPr>
          <a:lstStyle/>
          <a:p>
            <a:endParaRPr lang="zh-CN" altLang="en-US" sz="710"/>
          </a:p>
        </p:txBody>
      </p:sp>
      <p:sp>
        <p:nvSpPr>
          <p:cNvPr id="1034" name="Text Box 2"/>
          <p:cNvSpPr txBox="1">
            <a:spLocks noChangeArrowheads="1"/>
          </p:cNvSpPr>
          <p:nvPr/>
        </p:nvSpPr>
        <p:spPr bwMode="auto">
          <a:xfrm>
            <a:off x="-29210" y="-5715"/>
            <a:ext cx="12223115" cy="429978"/>
          </a:xfrm>
          <a:prstGeom prst="rect">
            <a:avLst/>
          </a:prstGeom>
          <a:solidFill>
            <a:schemeClr val="bg1">
              <a:alpha val="59000"/>
            </a:schemeClr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69432" tIns="75750" rIns="69432" bIns="75750">
            <a:spAutoFit/>
          </a:bodyPr>
          <a:lstStyle>
            <a:lvl1pPr defTabSz="908050">
              <a:defRPr sz="4000" b="1">
                <a:solidFill>
                  <a:srgbClr val="003399"/>
                </a:solidFill>
                <a:latin typeface="Arial" panose="020B0604020202090204" pitchFamily="34" charset="0"/>
              </a:defRPr>
            </a:lvl1pPr>
            <a:lvl2pPr marL="742950" indent="-285750" defTabSz="908050">
              <a:defRPr sz="4000" b="1">
                <a:solidFill>
                  <a:srgbClr val="003399"/>
                </a:solidFill>
                <a:latin typeface="Arial" panose="020B0604020202090204" pitchFamily="34" charset="0"/>
              </a:defRPr>
            </a:lvl2pPr>
            <a:lvl3pPr marL="1143000" indent="-228600" defTabSz="908050">
              <a:defRPr sz="4000" b="1">
                <a:solidFill>
                  <a:srgbClr val="003399"/>
                </a:solidFill>
                <a:latin typeface="Arial" panose="020B0604020202090204" pitchFamily="34" charset="0"/>
              </a:defRPr>
            </a:lvl3pPr>
            <a:lvl4pPr marL="1600200" indent="-228600" defTabSz="908050">
              <a:defRPr sz="4000" b="1">
                <a:solidFill>
                  <a:srgbClr val="003399"/>
                </a:solidFill>
                <a:latin typeface="Arial" panose="020B0604020202090204" pitchFamily="34" charset="0"/>
              </a:defRPr>
            </a:lvl4pPr>
            <a:lvl5pPr marL="2057400" indent="-228600" defTabSz="908050">
              <a:defRPr sz="4000" b="1">
                <a:solidFill>
                  <a:srgbClr val="003399"/>
                </a:solidFill>
                <a:latin typeface="Arial" panose="020B0604020202090204" pitchFamily="34" charset="0"/>
              </a:defRPr>
            </a:lvl5pPr>
            <a:lvl6pPr marL="2514600" indent="-228600" defTabSz="908050" eaLnBrk="0" fontAlgn="base" hangingPunct="0">
              <a:spcBef>
                <a:spcPct val="0"/>
              </a:spcBef>
              <a:spcAft>
                <a:spcPct val="0"/>
              </a:spcAft>
              <a:defRPr sz="4000" b="1">
                <a:solidFill>
                  <a:srgbClr val="003399"/>
                </a:solidFill>
                <a:latin typeface="Arial" panose="020B0604020202090204" pitchFamily="34" charset="0"/>
              </a:defRPr>
            </a:lvl6pPr>
            <a:lvl7pPr marL="2971800" indent="-228600" defTabSz="908050" eaLnBrk="0" fontAlgn="base" hangingPunct="0">
              <a:spcBef>
                <a:spcPct val="0"/>
              </a:spcBef>
              <a:spcAft>
                <a:spcPct val="0"/>
              </a:spcAft>
              <a:defRPr sz="4000" b="1">
                <a:solidFill>
                  <a:srgbClr val="003399"/>
                </a:solidFill>
                <a:latin typeface="Arial" panose="020B0604020202090204" pitchFamily="34" charset="0"/>
              </a:defRPr>
            </a:lvl7pPr>
            <a:lvl8pPr marL="3429000" indent="-228600" defTabSz="908050" eaLnBrk="0" fontAlgn="base" hangingPunct="0">
              <a:spcBef>
                <a:spcPct val="0"/>
              </a:spcBef>
              <a:spcAft>
                <a:spcPct val="0"/>
              </a:spcAft>
              <a:defRPr sz="4000" b="1">
                <a:solidFill>
                  <a:srgbClr val="003399"/>
                </a:solidFill>
                <a:latin typeface="Arial" panose="020B0604020202090204" pitchFamily="34" charset="0"/>
              </a:defRPr>
            </a:lvl8pPr>
            <a:lvl9pPr marL="3886200" indent="-228600" defTabSz="908050" eaLnBrk="0" fontAlgn="base" hangingPunct="0">
              <a:spcBef>
                <a:spcPct val="0"/>
              </a:spcBef>
              <a:spcAft>
                <a:spcPct val="0"/>
              </a:spcAft>
              <a:defRPr sz="4000" b="1">
                <a:solidFill>
                  <a:srgbClr val="003399"/>
                </a:solidFill>
                <a:latin typeface="Arial" panose="020B0604020202090204" pitchFamily="34" charset="0"/>
              </a:defRPr>
            </a:lvl9pPr>
          </a:lstStyle>
          <a:p>
            <a:pPr algn="ctr"/>
            <a:r>
              <a:rPr lang="en-US" sz="1800" dirty="0">
                <a:solidFill>
                  <a:srgbClr val="38B4AF"/>
                </a:solidFill>
                <a:latin typeface="Comic Sans MS Bold"/>
              </a:rPr>
              <a:t>Hybrid Neural Pipelines for TSP </a:t>
            </a:r>
            <a:r>
              <a:rPr lang="en-US" altLang="zh-CN" sz="1800" dirty="0">
                <a:solidFill>
                  <a:srgbClr val="38B4AF"/>
                </a:solidFill>
                <a:latin typeface="Comic Sans MS Bold"/>
              </a:rPr>
              <a:t>Problem</a:t>
            </a:r>
            <a:r>
              <a:rPr lang="en-US" sz="1800" dirty="0">
                <a:solidFill>
                  <a:srgbClr val="38B4AF"/>
                </a:solidFill>
                <a:latin typeface="Comic Sans MS Bold"/>
              </a:rPr>
              <a:t>: When Diffusion Meets Learned Local Search</a:t>
            </a:r>
            <a:endParaRPr lang="en-US" altLang="zh-CN" sz="1800" dirty="0">
              <a:solidFill>
                <a:srgbClr val="38B4AF"/>
              </a:solidFill>
              <a:latin typeface="Comic Sans MS Bold" panose="030F0902030302020204" charset="0"/>
              <a:cs typeface="Comic Sans MS Bold" panose="030F0902030302020204" charset="0"/>
            </a:endParaRPr>
          </a:p>
        </p:txBody>
      </p:sp>
      <p:sp>
        <p:nvSpPr>
          <p:cNvPr id="1037" name="Text Box 96"/>
          <p:cNvSpPr txBox="1">
            <a:spLocks noChangeArrowheads="1"/>
          </p:cNvSpPr>
          <p:nvPr/>
        </p:nvSpPr>
        <p:spPr bwMode="auto">
          <a:xfrm>
            <a:off x="4571792" y="478664"/>
            <a:ext cx="3030005" cy="47561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69432" tIns="7500" rIns="69432" bIns="7500">
            <a:spAutoFit/>
          </a:bodyPr>
          <a:lstStyle>
            <a:lvl1pPr defTabSz="908050">
              <a:defRPr sz="4000" b="1">
                <a:solidFill>
                  <a:srgbClr val="003399"/>
                </a:solidFill>
                <a:latin typeface="Arial" panose="020B0604020202090204" pitchFamily="34" charset="0"/>
              </a:defRPr>
            </a:lvl1pPr>
            <a:lvl2pPr marL="742950" indent="-285750" defTabSz="908050">
              <a:defRPr sz="4000" b="1">
                <a:solidFill>
                  <a:srgbClr val="003399"/>
                </a:solidFill>
                <a:latin typeface="Arial" panose="020B0604020202090204" pitchFamily="34" charset="0"/>
              </a:defRPr>
            </a:lvl2pPr>
            <a:lvl3pPr marL="1143000" indent="-228600" defTabSz="908050">
              <a:defRPr sz="4000" b="1">
                <a:solidFill>
                  <a:srgbClr val="003399"/>
                </a:solidFill>
                <a:latin typeface="Arial" panose="020B0604020202090204" pitchFamily="34" charset="0"/>
              </a:defRPr>
            </a:lvl3pPr>
            <a:lvl4pPr marL="1600200" indent="-228600" defTabSz="908050">
              <a:defRPr sz="4000" b="1">
                <a:solidFill>
                  <a:srgbClr val="003399"/>
                </a:solidFill>
                <a:latin typeface="Arial" panose="020B0604020202090204" pitchFamily="34" charset="0"/>
              </a:defRPr>
            </a:lvl4pPr>
            <a:lvl5pPr marL="2057400" indent="-228600" defTabSz="908050">
              <a:defRPr sz="4000" b="1">
                <a:solidFill>
                  <a:srgbClr val="003399"/>
                </a:solidFill>
                <a:latin typeface="Arial" panose="020B0604020202090204" pitchFamily="34" charset="0"/>
              </a:defRPr>
            </a:lvl5pPr>
            <a:lvl6pPr marL="2514600" indent="-228600" defTabSz="908050" eaLnBrk="0" fontAlgn="base" hangingPunct="0">
              <a:spcBef>
                <a:spcPct val="0"/>
              </a:spcBef>
              <a:spcAft>
                <a:spcPct val="0"/>
              </a:spcAft>
              <a:defRPr sz="4000" b="1">
                <a:solidFill>
                  <a:srgbClr val="003399"/>
                </a:solidFill>
                <a:latin typeface="Arial" panose="020B0604020202090204" pitchFamily="34" charset="0"/>
              </a:defRPr>
            </a:lvl6pPr>
            <a:lvl7pPr marL="2971800" indent="-228600" defTabSz="908050" eaLnBrk="0" fontAlgn="base" hangingPunct="0">
              <a:spcBef>
                <a:spcPct val="0"/>
              </a:spcBef>
              <a:spcAft>
                <a:spcPct val="0"/>
              </a:spcAft>
              <a:defRPr sz="4000" b="1">
                <a:solidFill>
                  <a:srgbClr val="003399"/>
                </a:solidFill>
                <a:latin typeface="Arial" panose="020B0604020202090204" pitchFamily="34" charset="0"/>
              </a:defRPr>
            </a:lvl7pPr>
            <a:lvl8pPr marL="3429000" indent="-228600" defTabSz="908050" eaLnBrk="0" fontAlgn="base" hangingPunct="0">
              <a:spcBef>
                <a:spcPct val="0"/>
              </a:spcBef>
              <a:spcAft>
                <a:spcPct val="0"/>
              </a:spcAft>
              <a:defRPr sz="4000" b="1">
                <a:solidFill>
                  <a:srgbClr val="003399"/>
                </a:solidFill>
                <a:latin typeface="Arial" panose="020B0604020202090204" pitchFamily="34" charset="0"/>
              </a:defRPr>
            </a:lvl8pPr>
            <a:lvl9pPr marL="3886200" indent="-228600" defTabSz="908050" eaLnBrk="0" fontAlgn="base" hangingPunct="0">
              <a:spcBef>
                <a:spcPct val="0"/>
              </a:spcBef>
              <a:spcAft>
                <a:spcPct val="0"/>
              </a:spcAft>
              <a:defRPr sz="4000" b="1">
                <a:solidFill>
                  <a:srgbClr val="003399"/>
                </a:solidFill>
                <a:latin typeface="Arial" panose="020B0604020202090204" pitchFamily="34" charset="0"/>
              </a:defRPr>
            </a:lvl9pPr>
          </a:lstStyle>
          <a:p>
            <a:pPr algn="ctr"/>
            <a:r>
              <a:rPr sz="1000" dirty="0">
                <a:solidFill>
                  <a:schemeClr val="bg1"/>
                </a:solidFill>
                <a:latin typeface="Comic Sans MS Regular" panose="030F0902030302020204"/>
              </a:rPr>
              <a:t>Pan Qiao</a:t>
            </a:r>
            <a:r>
              <a:rPr lang="en-US" sz="1000" dirty="0">
                <a:solidFill>
                  <a:schemeClr val="bg1"/>
                </a:solidFill>
                <a:latin typeface="Comic Sans MS Regular" panose="030F0902030302020204"/>
              </a:rPr>
              <a:t> </a:t>
            </a:r>
            <a:r>
              <a:rPr lang="en-US" altLang="zh-CN" sz="1000" dirty="0">
                <a:solidFill>
                  <a:schemeClr val="bg1"/>
                </a:solidFill>
                <a:latin typeface="Comic Sans MS Regular" panose="030F0902030302020204"/>
              </a:rPr>
              <a:t>Group 36</a:t>
            </a:r>
            <a:endParaRPr lang="en-US" altLang="zh-CN" sz="1000" dirty="0">
              <a:solidFill>
                <a:schemeClr val="bg1"/>
              </a:solidFill>
              <a:latin typeface="Comic Sans MS Regular" panose="030F0902030302020204"/>
              <a:cs typeface="Comic Sans MS Bold" panose="030F0902030302020204" charset="0"/>
            </a:endParaRPr>
          </a:p>
          <a:p>
            <a:pPr algn="ctr"/>
            <a:r>
              <a:rPr sz="1000" b="0" dirty="0">
                <a:solidFill>
                  <a:schemeClr val="bg1"/>
                </a:solidFill>
                <a:latin typeface="Comic Sans MS Regular" panose="030F0902030302020204"/>
              </a:rPr>
              <a:t>CS240: Algorithm Design and Analysis </a:t>
            </a:r>
            <a:r>
              <a:rPr sz="1000" b="0" dirty="0" err="1">
                <a:solidFill>
                  <a:schemeClr val="bg1"/>
                </a:solidFill>
                <a:latin typeface="Comic Sans MS Regular" panose="030F0902030302020204"/>
              </a:rPr>
              <a:t>ShanghaiTech</a:t>
            </a:r>
            <a:r>
              <a:rPr sz="1000" b="0" dirty="0">
                <a:solidFill>
                  <a:schemeClr val="bg1"/>
                </a:solidFill>
                <a:latin typeface="Comic Sans MS Regular" panose="030F0902030302020204"/>
              </a:rPr>
              <a:t> University · June 2026</a:t>
            </a:r>
          </a:p>
        </p:txBody>
      </p:sp>
      <p:sp>
        <p:nvSpPr>
          <p:cNvPr id="1038" name="Text Box 3"/>
          <p:cNvSpPr txBox="1">
            <a:spLocks noChangeArrowheads="1"/>
          </p:cNvSpPr>
          <p:nvPr/>
        </p:nvSpPr>
        <p:spPr bwMode="auto">
          <a:xfrm>
            <a:off x="1065927" y="1540510"/>
            <a:ext cx="2919016" cy="6307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75750" tIns="7500" rIns="37875" bIns="7500">
            <a:spAutoFit/>
          </a:bodyPr>
          <a:lstStyle>
            <a:lvl1pPr defTabSz="908050">
              <a:tabLst>
                <a:tab pos="914400" algn="l"/>
              </a:tabLst>
              <a:defRPr sz="4000" b="1">
                <a:solidFill>
                  <a:srgbClr val="003399"/>
                </a:solidFill>
                <a:latin typeface="Arial" panose="020B0604020202090204" pitchFamily="34" charset="0"/>
              </a:defRPr>
            </a:lvl1pPr>
            <a:lvl2pPr marL="742950" indent="-285750" defTabSz="908050">
              <a:tabLst>
                <a:tab pos="914400" algn="l"/>
              </a:tabLst>
              <a:defRPr sz="4000" b="1">
                <a:solidFill>
                  <a:srgbClr val="003399"/>
                </a:solidFill>
                <a:latin typeface="Arial" panose="020B0604020202090204" pitchFamily="34" charset="0"/>
              </a:defRPr>
            </a:lvl2pPr>
            <a:lvl3pPr marL="1143000" indent="-228600" defTabSz="908050">
              <a:tabLst>
                <a:tab pos="914400" algn="l"/>
              </a:tabLst>
              <a:defRPr sz="4000" b="1">
                <a:solidFill>
                  <a:srgbClr val="003399"/>
                </a:solidFill>
                <a:latin typeface="Arial" panose="020B0604020202090204" pitchFamily="34" charset="0"/>
              </a:defRPr>
            </a:lvl3pPr>
            <a:lvl4pPr marL="1600200" indent="-228600" defTabSz="908050">
              <a:tabLst>
                <a:tab pos="914400" algn="l"/>
              </a:tabLst>
              <a:defRPr sz="4000" b="1">
                <a:solidFill>
                  <a:srgbClr val="003399"/>
                </a:solidFill>
                <a:latin typeface="Arial" panose="020B0604020202090204" pitchFamily="34" charset="0"/>
              </a:defRPr>
            </a:lvl4pPr>
            <a:lvl5pPr marL="2057400" indent="-228600" defTabSz="908050">
              <a:tabLst>
                <a:tab pos="914400" algn="l"/>
              </a:tabLst>
              <a:defRPr sz="4000" b="1">
                <a:solidFill>
                  <a:srgbClr val="003399"/>
                </a:solidFill>
                <a:latin typeface="Arial" panose="020B0604020202090204" pitchFamily="34" charset="0"/>
              </a:defRPr>
            </a:lvl5pPr>
            <a:lvl6pPr marL="2514600" indent="-228600" defTabSz="908050" eaLnBrk="0" fontAlgn="base" hangingPunct="0">
              <a:spcBef>
                <a:spcPct val="0"/>
              </a:spcBef>
              <a:spcAft>
                <a:spcPct val="0"/>
              </a:spcAft>
              <a:tabLst>
                <a:tab pos="914400" algn="l"/>
              </a:tabLst>
              <a:defRPr sz="4000" b="1">
                <a:solidFill>
                  <a:srgbClr val="003399"/>
                </a:solidFill>
                <a:latin typeface="Arial" panose="020B0604020202090204" pitchFamily="34" charset="0"/>
              </a:defRPr>
            </a:lvl6pPr>
            <a:lvl7pPr marL="2971800" indent="-228600" defTabSz="908050" eaLnBrk="0" fontAlgn="base" hangingPunct="0">
              <a:spcBef>
                <a:spcPct val="0"/>
              </a:spcBef>
              <a:spcAft>
                <a:spcPct val="0"/>
              </a:spcAft>
              <a:tabLst>
                <a:tab pos="914400" algn="l"/>
              </a:tabLst>
              <a:defRPr sz="4000" b="1">
                <a:solidFill>
                  <a:srgbClr val="003399"/>
                </a:solidFill>
                <a:latin typeface="Arial" panose="020B0604020202090204" pitchFamily="34" charset="0"/>
              </a:defRPr>
            </a:lvl7pPr>
            <a:lvl8pPr marL="3429000" indent="-228600" defTabSz="908050" eaLnBrk="0" fontAlgn="base" hangingPunct="0">
              <a:spcBef>
                <a:spcPct val="0"/>
              </a:spcBef>
              <a:spcAft>
                <a:spcPct val="0"/>
              </a:spcAft>
              <a:tabLst>
                <a:tab pos="914400" algn="l"/>
              </a:tabLst>
              <a:defRPr sz="4000" b="1">
                <a:solidFill>
                  <a:srgbClr val="003399"/>
                </a:solidFill>
                <a:latin typeface="Arial" panose="020B0604020202090204" pitchFamily="34" charset="0"/>
              </a:defRPr>
            </a:lvl8pPr>
            <a:lvl9pPr marL="3886200" indent="-228600" defTabSz="908050" eaLnBrk="0" fontAlgn="base" hangingPunct="0">
              <a:spcBef>
                <a:spcPct val="0"/>
              </a:spcBef>
              <a:spcAft>
                <a:spcPct val="0"/>
              </a:spcAft>
              <a:tabLst>
                <a:tab pos="914400" algn="l"/>
              </a:tabLst>
              <a:defRPr sz="4000" b="1">
                <a:solidFill>
                  <a:srgbClr val="003399"/>
                </a:solidFill>
                <a:latin typeface="Arial" panose="020B0604020202090204" pitchFamily="34" charset="0"/>
              </a:defRPr>
            </a:lvl9pPr>
          </a:lstStyle>
          <a:p>
            <a:pPr algn="just"/>
            <a:r>
              <a:rPr lang="en-US" sz="800" b="0" dirty="0">
                <a:solidFill>
                  <a:schemeClr val="tx1"/>
                </a:solidFill>
                <a:latin typeface="Calibri"/>
              </a:rPr>
              <a:t>The </a:t>
            </a:r>
            <a:r>
              <a:rPr lang="en-US" sz="800" dirty="0">
                <a:solidFill>
                  <a:srgbClr val="38B4AF"/>
                </a:solidFill>
                <a:latin typeface="Calibri"/>
              </a:rPr>
              <a:t>Traveling Salesman Problem (TSP) </a:t>
            </a:r>
            <a:r>
              <a:rPr lang="en-US" sz="800" b="0" dirty="0">
                <a:solidFill>
                  <a:schemeClr val="tx1"/>
                </a:solidFill>
                <a:latin typeface="Calibri"/>
              </a:rPr>
              <a:t>asks: given n locations, find the </a:t>
            </a:r>
            <a:r>
              <a:rPr lang="en-US" sz="800" dirty="0">
                <a:solidFill>
                  <a:srgbClr val="38B4AF"/>
                </a:solidFill>
                <a:latin typeface="Calibri"/>
              </a:rPr>
              <a:t>shortest Hamiltonian cycle</a:t>
            </a:r>
            <a:r>
              <a:rPr lang="en-US" sz="800" b="0" dirty="0">
                <a:solidFill>
                  <a:schemeClr val="tx1"/>
                </a:solidFill>
                <a:latin typeface="Calibri"/>
              </a:rPr>
              <a:t> visiting each exactly once. Despite its simple formulation, TSP is </a:t>
            </a:r>
            <a:r>
              <a:rPr lang="en-US" sz="800" dirty="0">
                <a:solidFill>
                  <a:srgbClr val="A50021"/>
                </a:solidFill>
                <a:latin typeface="Calibri"/>
              </a:rPr>
              <a:t>NP-hard</a:t>
            </a:r>
            <a:r>
              <a:rPr lang="en-US" sz="800" b="0" dirty="0">
                <a:solidFill>
                  <a:schemeClr val="tx1"/>
                </a:solidFill>
                <a:latin typeface="Calibri"/>
              </a:rPr>
              <a:t> and sits at the </a:t>
            </a:r>
            <a:r>
              <a:rPr lang="en-US" sz="800" dirty="0">
                <a:solidFill>
                  <a:srgbClr val="38B4AF"/>
                </a:solidFill>
                <a:latin typeface="Calibri"/>
              </a:rPr>
              <a:t>heart of modern logistics</a:t>
            </a:r>
            <a:r>
              <a:rPr lang="en-US" sz="800" b="0" dirty="0">
                <a:solidFill>
                  <a:schemeClr val="tx1"/>
                </a:solidFill>
                <a:latin typeface="Calibri"/>
              </a:rPr>
              <a:t>: from </a:t>
            </a:r>
            <a:r>
              <a:rPr lang="en-US" sz="800" dirty="0">
                <a:solidFill>
                  <a:schemeClr val="tx1"/>
                </a:solidFill>
                <a:latin typeface="Calibri"/>
              </a:rPr>
              <a:t>Meituan's</a:t>
            </a:r>
            <a:r>
              <a:rPr lang="en-US" sz="800" b="0" dirty="0">
                <a:solidFill>
                  <a:schemeClr val="tx1"/>
                </a:solidFill>
                <a:latin typeface="Calibri"/>
              </a:rPr>
              <a:t> food delivery routing to </a:t>
            </a:r>
            <a:r>
              <a:rPr lang="en-US" sz="800" dirty="0">
                <a:solidFill>
                  <a:schemeClr val="tx1"/>
                </a:solidFill>
                <a:latin typeface="Calibri"/>
              </a:rPr>
              <a:t>Taobao</a:t>
            </a:r>
            <a:r>
              <a:rPr lang="en-US" altLang="zh-CN" sz="800" dirty="0">
                <a:solidFill>
                  <a:schemeClr val="tx1"/>
                </a:solidFill>
                <a:latin typeface="Calibri"/>
              </a:rPr>
              <a:t>'</a:t>
            </a:r>
            <a:r>
              <a:rPr lang="en-US" sz="800" dirty="0">
                <a:solidFill>
                  <a:schemeClr val="tx1"/>
                </a:solidFill>
                <a:latin typeface="Calibri"/>
              </a:rPr>
              <a:t>s</a:t>
            </a:r>
            <a:r>
              <a:rPr lang="en-US" sz="800" b="0" dirty="0">
                <a:solidFill>
                  <a:schemeClr val="tx1"/>
                </a:solidFill>
                <a:latin typeface="Calibri"/>
              </a:rPr>
              <a:t> warehouse optimization, from </a:t>
            </a:r>
            <a:r>
              <a:rPr lang="en-US" sz="800" dirty="0">
                <a:solidFill>
                  <a:schemeClr val="tx1"/>
                </a:solidFill>
                <a:latin typeface="Calibri"/>
              </a:rPr>
              <a:t>PCB drilling</a:t>
            </a:r>
            <a:r>
              <a:rPr lang="en-US" sz="800" b="0" dirty="0">
                <a:solidFill>
                  <a:schemeClr val="tx1"/>
                </a:solidFill>
                <a:latin typeface="Calibri"/>
              </a:rPr>
              <a:t> to </a:t>
            </a:r>
            <a:r>
              <a:rPr lang="en-US" sz="800" dirty="0">
                <a:solidFill>
                  <a:schemeClr val="tx1"/>
                </a:solidFill>
                <a:latin typeface="Calibri"/>
              </a:rPr>
              <a:t>genome sequencing</a:t>
            </a:r>
            <a:r>
              <a:rPr lang="en-US" sz="800" b="0" dirty="0">
                <a:solidFill>
                  <a:schemeClr val="tx1"/>
                </a:solidFill>
                <a:latin typeface="Calibri"/>
              </a:rPr>
              <a:t>.</a:t>
            </a:r>
          </a:p>
        </p:txBody>
      </p:sp>
      <p:pic>
        <p:nvPicPr>
          <p:cNvPr id="11" name="图片 10" descr="IMG_0773"/>
          <p:cNvPicPr>
            <a:picLocks noChangeAspect="1"/>
          </p:cNvPicPr>
          <p:nvPr/>
        </p:nvPicPr>
        <p:blipFill>
          <a:blip r:embed="rId3">
            <a:clrChange>
              <a:clrFrom>
                <a:srgbClr val="000000">
                  <a:alpha val="100000"/>
                </a:srgbClr>
              </a:clrFrom>
              <a:clrTo>
                <a:srgbClr val="000000">
                  <a:alpha val="100000"/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76200" y="63500"/>
            <a:ext cx="980440" cy="965835"/>
          </a:xfrm>
          <a:prstGeom prst="rect">
            <a:avLst/>
          </a:prstGeom>
        </p:spPr>
      </p:pic>
      <p:sp>
        <p:nvSpPr>
          <p:cNvPr id="18" name="Text Box 2"/>
          <p:cNvSpPr txBox="1">
            <a:spLocks noChangeArrowheads="1"/>
          </p:cNvSpPr>
          <p:nvPr/>
        </p:nvSpPr>
        <p:spPr bwMode="auto">
          <a:xfrm>
            <a:off x="134620" y="1143000"/>
            <a:ext cx="3907790" cy="347980"/>
          </a:xfrm>
          <a:prstGeom prst="rect">
            <a:avLst/>
          </a:prstGeom>
          <a:solidFill>
            <a:srgbClr val="38B4AF">
              <a:alpha val="71000"/>
            </a:srgbClr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69432" tIns="36195" rIns="69432" bIns="36195">
            <a:noAutofit/>
          </a:bodyPr>
          <a:lstStyle>
            <a:lvl1pPr defTabSz="908050">
              <a:defRPr sz="4000" b="1">
                <a:solidFill>
                  <a:srgbClr val="003399"/>
                </a:solidFill>
                <a:latin typeface="Arial" panose="020B0604020202090204" pitchFamily="34" charset="0"/>
              </a:defRPr>
            </a:lvl1pPr>
            <a:lvl2pPr marL="742950" indent="-285750" defTabSz="908050">
              <a:defRPr sz="4000" b="1">
                <a:solidFill>
                  <a:srgbClr val="003399"/>
                </a:solidFill>
                <a:latin typeface="Arial" panose="020B0604020202090204" pitchFamily="34" charset="0"/>
              </a:defRPr>
            </a:lvl2pPr>
            <a:lvl3pPr marL="1143000" indent="-228600" defTabSz="908050">
              <a:defRPr sz="4000" b="1">
                <a:solidFill>
                  <a:srgbClr val="003399"/>
                </a:solidFill>
                <a:latin typeface="Arial" panose="020B0604020202090204" pitchFamily="34" charset="0"/>
              </a:defRPr>
            </a:lvl3pPr>
            <a:lvl4pPr marL="1600200" indent="-228600" defTabSz="908050">
              <a:defRPr sz="4000" b="1">
                <a:solidFill>
                  <a:srgbClr val="003399"/>
                </a:solidFill>
                <a:latin typeface="Arial" panose="020B0604020202090204" pitchFamily="34" charset="0"/>
              </a:defRPr>
            </a:lvl4pPr>
            <a:lvl5pPr marL="2057400" indent="-228600" defTabSz="908050">
              <a:defRPr sz="4000" b="1">
                <a:solidFill>
                  <a:srgbClr val="003399"/>
                </a:solidFill>
                <a:latin typeface="Arial" panose="020B0604020202090204" pitchFamily="34" charset="0"/>
              </a:defRPr>
            </a:lvl5pPr>
            <a:lvl6pPr marL="2514600" indent="-228600" defTabSz="908050" eaLnBrk="0" fontAlgn="base" hangingPunct="0">
              <a:spcBef>
                <a:spcPct val="0"/>
              </a:spcBef>
              <a:spcAft>
                <a:spcPct val="0"/>
              </a:spcAft>
              <a:defRPr sz="4000" b="1">
                <a:solidFill>
                  <a:srgbClr val="003399"/>
                </a:solidFill>
                <a:latin typeface="Arial" panose="020B0604020202090204" pitchFamily="34" charset="0"/>
              </a:defRPr>
            </a:lvl6pPr>
            <a:lvl7pPr marL="2971800" indent="-228600" defTabSz="908050" eaLnBrk="0" fontAlgn="base" hangingPunct="0">
              <a:spcBef>
                <a:spcPct val="0"/>
              </a:spcBef>
              <a:spcAft>
                <a:spcPct val="0"/>
              </a:spcAft>
              <a:defRPr sz="4000" b="1">
                <a:solidFill>
                  <a:srgbClr val="003399"/>
                </a:solidFill>
                <a:latin typeface="Arial" panose="020B0604020202090204" pitchFamily="34" charset="0"/>
              </a:defRPr>
            </a:lvl7pPr>
            <a:lvl8pPr marL="3429000" indent="-228600" defTabSz="908050" eaLnBrk="0" fontAlgn="base" hangingPunct="0">
              <a:spcBef>
                <a:spcPct val="0"/>
              </a:spcBef>
              <a:spcAft>
                <a:spcPct val="0"/>
              </a:spcAft>
              <a:defRPr sz="4000" b="1">
                <a:solidFill>
                  <a:srgbClr val="003399"/>
                </a:solidFill>
                <a:latin typeface="Arial" panose="020B0604020202090204" pitchFamily="34" charset="0"/>
              </a:defRPr>
            </a:lvl8pPr>
            <a:lvl9pPr marL="3886200" indent="-228600" defTabSz="908050" eaLnBrk="0" fontAlgn="base" hangingPunct="0">
              <a:spcBef>
                <a:spcPct val="0"/>
              </a:spcBef>
              <a:spcAft>
                <a:spcPct val="0"/>
              </a:spcAft>
              <a:defRPr sz="4000" b="1">
                <a:solidFill>
                  <a:srgbClr val="003399"/>
                </a:solidFill>
                <a:latin typeface="Arial" panose="020B0604020202090204" pitchFamily="34" charset="0"/>
              </a:defRPr>
            </a:lvl9pPr>
          </a:lstStyle>
          <a:p>
            <a:pPr marL="0" indent="0" algn="ctr" latinLnBrk="0">
              <a:lnSpc>
                <a:spcPct val="100000"/>
              </a:lnSpc>
              <a:spcBef>
                <a:spcPts val="0"/>
              </a:spcBef>
            </a:pPr>
            <a:r>
              <a:rPr lang="en-US" sz="1600" dirty="0">
                <a:solidFill>
                  <a:schemeClr val="bg1"/>
                </a:solidFill>
                <a:latin typeface="Comic Sans MS Bold"/>
              </a:rPr>
              <a:t>Background</a:t>
            </a:r>
            <a:r>
              <a:rPr sz="1600" dirty="0">
                <a:solidFill>
                  <a:schemeClr val="bg1"/>
                </a:solidFill>
                <a:latin typeface="Comic Sans MS Bold"/>
              </a:rPr>
              <a:t> &amp; Motivation</a:t>
            </a:r>
            <a:endParaRPr lang="en-US" altLang="zh-CN" sz="1600" dirty="0">
              <a:solidFill>
                <a:schemeClr val="bg1"/>
              </a:solidFill>
              <a:latin typeface="Comic Sans MS Bold" panose="030F0902030302020204" charset="0"/>
              <a:cs typeface="Comic Sans MS Bold" panose="030F0902030302020204" charset="0"/>
            </a:endParaRPr>
          </a:p>
        </p:txBody>
      </p:sp>
      <p:sp>
        <p:nvSpPr>
          <p:cNvPr id="20" name="Text Box 2"/>
          <p:cNvSpPr txBox="1">
            <a:spLocks noChangeArrowheads="1"/>
          </p:cNvSpPr>
          <p:nvPr/>
        </p:nvSpPr>
        <p:spPr bwMode="auto">
          <a:xfrm>
            <a:off x="4130675" y="1143000"/>
            <a:ext cx="3928745" cy="347980"/>
          </a:xfrm>
          <a:prstGeom prst="rect">
            <a:avLst/>
          </a:prstGeom>
          <a:solidFill>
            <a:srgbClr val="38B4AF">
              <a:alpha val="71000"/>
            </a:srgbClr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69432" tIns="36195" rIns="69432" bIns="36195">
            <a:noAutofit/>
          </a:bodyPr>
          <a:lstStyle>
            <a:lvl1pPr defTabSz="908050">
              <a:defRPr sz="4000" b="1">
                <a:solidFill>
                  <a:srgbClr val="003399"/>
                </a:solidFill>
                <a:latin typeface="Arial" panose="020B0604020202090204" pitchFamily="34" charset="0"/>
              </a:defRPr>
            </a:lvl1pPr>
            <a:lvl2pPr marL="742950" indent="-285750" defTabSz="908050">
              <a:defRPr sz="4000" b="1">
                <a:solidFill>
                  <a:srgbClr val="003399"/>
                </a:solidFill>
                <a:latin typeface="Arial" panose="020B0604020202090204" pitchFamily="34" charset="0"/>
              </a:defRPr>
            </a:lvl2pPr>
            <a:lvl3pPr marL="1143000" indent="-228600" defTabSz="908050">
              <a:defRPr sz="4000" b="1">
                <a:solidFill>
                  <a:srgbClr val="003399"/>
                </a:solidFill>
                <a:latin typeface="Arial" panose="020B0604020202090204" pitchFamily="34" charset="0"/>
              </a:defRPr>
            </a:lvl3pPr>
            <a:lvl4pPr marL="1600200" indent="-228600" defTabSz="908050">
              <a:defRPr sz="4000" b="1">
                <a:solidFill>
                  <a:srgbClr val="003399"/>
                </a:solidFill>
                <a:latin typeface="Arial" panose="020B0604020202090204" pitchFamily="34" charset="0"/>
              </a:defRPr>
            </a:lvl4pPr>
            <a:lvl5pPr marL="2057400" indent="-228600" defTabSz="908050">
              <a:defRPr sz="4000" b="1">
                <a:solidFill>
                  <a:srgbClr val="003399"/>
                </a:solidFill>
                <a:latin typeface="Arial" panose="020B0604020202090204" pitchFamily="34" charset="0"/>
              </a:defRPr>
            </a:lvl5pPr>
            <a:lvl6pPr marL="2514600" indent="-228600" defTabSz="908050" eaLnBrk="0" fontAlgn="base" hangingPunct="0">
              <a:spcBef>
                <a:spcPct val="0"/>
              </a:spcBef>
              <a:spcAft>
                <a:spcPct val="0"/>
              </a:spcAft>
              <a:defRPr sz="4000" b="1">
                <a:solidFill>
                  <a:srgbClr val="003399"/>
                </a:solidFill>
                <a:latin typeface="Arial" panose="020B0604020202090204" pitchFamily="34" charset="0"/>
              </a:defRPr>
            </a:lvl6pPr>
            <a:lvl7pPr marL="2971800" indent="-228600" defTabSz="908050" eaLnBrk="0" fontAlgn="base" hangingPunct="0">
              <a:spcBef>
                <a:spcPct val="0"/>
              </a:spcBef>
              <a:spcAft>
                <a:spcPct val="0"/>
              </a:spcAft>
              <a:defRPr sz="4000" b="1">
                <a:solidFill>
                  <a:srgbClr val="003399"/>
                </a:solidFill>
                <a:latin typeface="Arial" panose="020B0604020202090204" pitchFamily="34" charset="0"/>
              </a:defRPr>
            </a:lvl7pPr>
            <a:lvl8pPr marL="3429000" indent="-228600" defTabSz="908050" eaLnBrk="0" fontAlgn="base" hangingPunct="0">
              <a:spcBef>
                <a:spcPct val="0"/>
              </a:spcBef>
              <a:spcAft>
                <a:spcPct val="0"/>
              </a:spcAft>
              <a:defRPr sz="4000" b="1">
                <a:solidFill>
                  <a:srgbClr val="003399"/>
                </a:solidFill>
                <a:latin typeface="Arial" panose="020B0604020202090204" pitchFamily="34" charset="0"/>
              </a:defRPr>
            </a:lvl8pPr>
            <a:lvl9pPr marL="3886200" indent="-228600" defTabSz="908050" eaLnBrk="0" fontAlgn="base" hangingPunct="0">
              <a:spcBef>
                <a:spcPct val="0"/>
              </a:spcBef>
              <a:spcAft>
                <a:spcPct val="0"/>
              </a:spcAft>
              <a:defRPr sz="4000" b="1">
                <a:solidFill>
                  <a:srgbClr val="003399"/>
                </a:solidFill>
                <a:latin typeface="Arial" panose="020B0604020202090204" pitchFamily="34" charset="0"/>
              </a:defRPr>
            </a:lvl9pPr>
          </a:lstStyle>
          <a:p>
            <a:pPr marL="0" indent="0" latinLnBrk="0">
              <a:lnSpc>
                <a:spcPct val="100000"/>
              </a:lnSpc>
              <a:spcBef>
                <a:spcPts val="0"/>
              </a:spcBef>
            </a:pPr>
            <a:r>
              <a:rPr lang="en-US" sz="1600" dirty="0">
                <a:solidFill>
                  <a:schemeClr val="bg1"/>
                </a:solidFill>
                <a:latin typeface="Comic Sans MS Bold"/>
              </a:rPr>
              <a:t>Difusco-&gt;</a:t>
            </a:r>
            <a:r>
              <a:rPr lang="en-US" sz="1600" dirty="0" err="1">
                <a:solidFill>
                  <a:schemeClr val="bg1"/>
                </a:solidFill>
                <a:latin typeface="Comic Sans MS Bold"/>
              </a:rPr>
              <a:t>DualOPT</a:t>
            </a:r>
            <a:r>
              <a:rPr lang="en-US" sz="1600" dirty="0">
                <a:solidFill>
                  <a:schemeClr val="bg1"/>
                </a:solidFill>
                <a:latin typeface="Comic Sans MS Bold"/>
              </a:rPr>
              <a:t> Hybrid Pipeline</a:t>
            </a:r>
            <a:endParaRPr lang="en-US" altLang="zh-CN" sz="1600" dirty="0">
              <a:solidFill>
                <a:schemeClr val="bg1"/>
              </a:solidFill>
              <a:latin typeface="Comic Sans MS Bold" panose="030F0902030302020204" charset="0"/>
              <a:cs typeface="Comic Sans MS Bold" panose="030F0902030302020204" charset="0"/>
            </a:endParaRPr>
          </a:p>
        </p:txBody>
      </p:sp>
      <p:sp>
        <p:nvSpPr>
          <p:cNvPr id="21" name="Text Box 2"/>
          <p:cNvSpPr txBox="1">
            <a:spLocks noChangeArrowheads="1"/>
          </p:cNvSpPr>
          <p:nvPr/>
        </p:nvSpPr>
        <p:spPr bwMode="auto">
          <a:xfrm>
            <a:off x="8192135" y="4163695"/>
            <a:ext cx="3928110" cy="347980"/>
          </a:xfrm>
          <a:prstGeom prst="rect">
            <a:avLst/>
          </a:prstGeom>
          <a:solidFill>
            <a:srgbClr val="38B4AF">
              <a:alpha val="71000"/>
            </a:srgbClr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69432" tIns="36195" rIns="69432" bIns="36195">
            <a:noAutofit/>
          </a:bodyPr>
          <a:lstStyle>
            <a:lvl1pPr defTabSz="908050">
              <a:defRPr sz="4000" b="1">
                <a:solidFill>
                  <a:srgbClr val="003399"/>
                </a:solidFill>
                <a:latin typeface="Arial" panose="020B0604020202090204" pitchFamily="34" charset="0"/>
              </a:defRPr>
            </a:lvl1pPr>
            <a:lvl2pPr marL="742950" indent="-285750" defTabSz="908050">
              <a:defRPr sz="4000" b="1">
                <a:solidFill>
                  <a:srgbClr val="003399"/>
                </a:solidFill>
                <a:latin typeface="Arial" panose="020B0604020202090204" pitchFamily="34" charset="0"/>
              </a:defRPr>
            </a:lvl2pPr>
            <a:lvl3pPr marL="1143000" indent="-228600" defTabSz="908050">
              <a:defRPr sz="4000" b="1">
                <a:solidFill>
                  <a:srgbClr val="003399"/>
                </a:solidFill>
                <a:latin typeface="Arial" panose="020B0604020202090204" pitchFamily="34" charset="0"/>
              </a:defRPr>
            </a:lvl3pPr>
            <a:lvl4pPr marL="1600200" indent="-228600" defTabSz="908050">
              <a:defRPr sz="4000" b="1">
                <a:solidFill>
                  <a:srgbClr val="003399"/>
                </a:solidFill>
                <a:latin typeface="Arial" panose="020B0604020202090204" pitchFamily="34" charset="0"/>
              </a:defRPr>
            </a:lvl4pPr>
            <a:lvl5pPr marL="2057400" indent="-228600" defTabSz="908050">
              <a:defRPr sz="4000" b="1">
                <a:solidFill>
                  <a:srgbClr val="003399"/>
                </a:solidFill>
                <a:latin typeface="Arial" panose="020B0604020202090204" pitchFamily="34" charset="0"/>
              </a:defRPr>
            </a:lvl5pPr>
            <a:lvl6pPr marL="2514600" indent="-228600" defTabSz="908050" eaLnBrk="0" fontAlgn="base" hangingPunct="0">
              <a:spcBef>
                <a:spcPct val="0"/>
              </a:spcBef>
              <a:spcAft>
                <a:spcPct val="0"/>
              </a:spcAft>
              <a:defRPr sz="4000" b="1">
                <a:solidFill>
                  <a:srgbClr val="003399"/>
                </a:solidFill>
                <a:latin typeface="Arial" panose="020B0604020202090204" pitchFamily="34" charset="0"/>
              </a:defRPr>
            </a:lvl6pPr>
            <a:lvl7pPr marL="2971800" indent="-228600" defTabSz="908050" eaLnBrk="0" fontAlgn="base" hangingPunct="0">
              <a:spcBef>
                <a:spcPct val="0"/>
              </a:spcBef>
              <a:spcAft>
                <a:spcPct val="0"/>
              </a:spcAft>
              <a:defRPr sz="4000" b="1">
                <a:solidFill>
                  <a:srgbClr val="003399"/>
                </a:solidFill>
                <a:latin typeface="Arial" panose="020B0604020202090204" pitchFamily="34" charset="0"/>
              </a:defRPr>
            </a:lvl7pPr>
            <a:lvl8pPr marL="3429000" indent="-228600" defTabSz="908050" eaLnBrk="0" fontAlgn="base" hangingPunct="0">
              <a:spcBef>
                <a:spcPct val="0"/>
              </a:spcBef>
              <a:spcAft>
                <a:spcPct val="0"/>
              </a:spcAft>
              <a:defRPr sz="4000" b="1">
                <a:solidFill>
                  <a:srgbClr val="003399"/>
                </a:solidFill>
                <a:latin typeface="Arial" panose="020B0604020202090204" pitchFamily="34" charset="0"/>
              </a:defRPr>
            </a:lvl8pPr>
            <a:lvl9pPr marL="3886200" indent="-228600" defTabSz="908050" eaLnBrk="0" fontAlgn="base" hangingPunct="0">
              <a:spcBef>
                <a:spcPct val="0"/>
              </a:spcBef>
              <a:spcAft>
                <a:spcPct val="0"/>
              </a:spcAft>
              <a:defRPr sz="4000" b="1">
                <a:solidFill>
                  <a:srgbClr val="003399"/>
                </a:solidFill>
                <a:latin typeface="Arial" panose="020B0604020202090204" pitchFamily="34" charset="0"/>
              </a:defRPr>
            </a:lvl9pPr>
          </a:lstStyle>
          <a:p>
            <a:pPr marL="0" indent="0" algn="ctr" latinLnBrk="0">
              <a:lnSpc>
                <a:spcPct val="100000"/>
              </a:lnSpc>
              <a:spcBef>
                <a:spcPts val="0"/>
              </a:spcBef>
            </a:pPr>
            <a:r>
              <a:rPr sz="1600" dirty="0">
                <a:solidFill>
                  <a:schemeClr val="bg1"/>
                </a:solidFill>
                <a:latin typeface="Comic Sans MS Bold"/>
              </a:rPr>
              <a:t>Key Insights</a:t>
            </a:r>
            <a:endParaRPr lang="en-US" altLang="zh-CN" sz="1600" dirty="0">
              <a:solidFill>
                <a:schemeClr val="bg1"/>
              </a:solidFill>
              <a:latin typeface="Comic Sans MS Bold" panose="030F0902030302020204" charset="0"/>
              <a:cs typeface="Comic Sans MS Bold" panose="030F0902030302020204" charset="0"/>
            </a:endParaRPr>
          </a:p>
        </p:txBody>
      </p:sp>
      <p:grpSp>
        <p:nvGrpSpPr>
          <p:cNvPr id="27" name="组合 26"/>
          <p:cNvGrpSpPr/>
          <p:nvPr/>
        </p:nvGrpSpPr>
        <p:grpSpPr>
          <a:xfrm>
            <a:off x="3415665" y="912495"/>
            <a:ext cx="715010" cy="715010"/>
            <a:chOff x="5379" y="1437"/>
            <a:chExt cx="1126" cy="1126"/>
          </a:xfrm>
        </p:grpSpPr>
        <p:sp>
          <p:nvSpPr>
            <p:cNvPr id="25" name="文本框 24"/>
            <p:cNvSpPr txBox="1"/>
            <p:nvPr/>
          </p:nvSpPr>
          <p:spPr>
            <a:xfrm>
              <a:off x="5636" y="1800"/>
              <a:ext cx="728" cy="565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rtlCol="0">
              <a:noAutofit/>
            </a:bodyPr>
            <a:lstStyle/>
            <a:p>
              <a:endParaRPr lang="zh-CN" altLang="en-US"/>
            </a:p>
          </p:txBody>
        </p:sp>
        <p:pic>
          <p:nvPicPr>
            <p:cNvPr id="24" name="图片 23" descr="IMG_0763"/>
            <p:cNvPicPr>
              <a:picLocks noChangeAspect="1"/>
            </p:cNvPicPr>
            <p:nvPr/>
          </p:nvPicPr>
          <p:blipFill>
            <a:blip r:embed="rId4">
              <a:clrChange>
                <a:clrFrom>
                  <a:srgbClr val="FCFBF9">
                    <a:alpha val="100000"/>
                  </a:srgbClr>
                </a:clrFrom>
                <a:clrTo>
                  <a:srgbClr val="FCFBF9">
                    <a:alpha val="100000"/>
                    <a:alpha val="0"/>
                  </a:srgbClr>
                </a:clrTo>
              </a:clrChange>
            </a:blip>
            <a:stretch>
              <a:fillRect/>
            </a:stretch>
          </p:blipFill>
          <p:spPr>
            <a:xfrm>
              <a:off x="5379" y="1437"/>
              <a:ext cx="1126" cy="1126"/>
            </a:xfrm>
            <a:prstGeom prst="rect">
              <a:avLst/>
            </a:prstGeom>
          </p:spPr>
        </p:pic>
      </p:grpSp>
      <p:sp>
        <p:nvSpPr>
          <p:cNvPr id="33" name="Text Box 3"/>
          <p:cNvSpPr txBox="1">
            <a:spLocks noChangeArrowheads="1"/>
          </p:cNvSpPr>
          <p:nvPr/>
        </p:nvSpPr>
        <p:spPr bwMode="auto">
          <a:xfrm>
            <a:off x="4051704" y="3485710"/>
            <a:ext cx="4005636" cy="13693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75750" tIns="7500" rIns="37875" bIns="7500">
            <a:spAutoFit/>
          </a:bodyPr>
          <a:lstStyle>
            <a:lvl1pPr defTabSz="908050">
              <a:tabLst>
                <a:tab pos="914400" algn="l"/>
              </a:tabLst>
              <a:defRPr sz="4000" b="1">
                <a:solidFill>
                  <a:srgbClr val="003399"/>
                </a:solidFill>
                <a:latin typeface="Arial" panose="020B0604020202090204" pitchFamily="34" charset="0"/>
              </a:defRPr>
            </a:lvl1pPr>
            <a:lvl2pPr marL="742950" indent="-285750" defTabSz="908050">
              <a:tabLst>
                <a:tab pos="914400" algn="l"/>
              </a:tabLst>
              <a:defRPr sz="4000" b="1">
                <a:solidFill>
                  <a:srgbClr val="003399"/>
                </a:solidFill>
                <a:latin typeface="Arial" panose="020B0604020202090204" pitchFamily="34" charset="0"/>
              </a:defRPr>
            </a:lvl2pPr>
            <a:lvl3pPr marL="1143000" indent="-228600" defTabSz="908050">
              <a:tabLst>
                <a:tab pos="914400" algn="l"/>
              </a:tabLst>
              <a:defRPr sz="4000" b="1">
                <a:solidFill>
                  <a:srgbClr val="003399"/>
                </a:solidFill>
                <a:latin typeface="Arial" panose="020B0604020202090204" pitchFamily="34" charset="0"/>
              </a:defRPr>
            </a:lvl3pPr>
            <a:lvl4pPr marL="1600200" indent="-228600" defTabSz="908050">
              <a:tabLst>
                <a:tab pos="914400" algn="l"/>
              </a:tabLst>
              <a:defRPr sz="4000" b="1">
                <a:solidFill>
                  <a:srgbClr val="003399"/>
                </a:solidFill>
                <a:latin typeface="Arial" panose="020B0604020202090204" pitchFamily="34" charset="0"/>
              </a:defRPr>
            </a:lvl4pPr>
            <a:lvl5pPr marL="2057400" indent="-228600" defTabSz="908050">
              <a:tabLst>
                <a:tab pos="914400" algn="l"/>
              </a:tabLst>
              <a:defRPr sz="4000" b="1">
                <a:solidFill>
                  <a:srgbClr val="003399"/>
                </a:solidFill>
                <a:latin typeface="Arial" panose="020B0604020202090204" pitchFamily="34" charset="0"/>
              </a:defRPr>
            </a:lvl5pPr>
            <a:lvl6pPr marL="2514600" indent="-228600" defTabSz="908050" eaLnBrk="0" fontAlgn="base" hangingPunct="0">
              <a:spcBef>
                <a:spcPct val="0"/>
              </a:spcBef>
              <a:spcAft>
                <a:spcPct val="0"/>
              </a:spcAft>
              <a:tabLst>
                <a:tab pos="914400" algn="l"/>
              </a:tabLst>
              <a:defRPr sz="4000" b="1">
                <a:solidFill>
                  <a:srgbClr val="003399"/>
                </a:solidFill>
                <a:latin typeface="Arial" panose="020B0604020202090204" pitchFamily="34" charset="0"/>
              </a:defRPr>
            </a:lvl6pPr>
            <a:lvl7pPr marL="2971800" indent="-228600" defTabSz="908050" eaLnBrk="0" fontAlgn="base" hangingPunct="0">
              <a:spcBef>
                <a:spcPct val="0"/>
              </a:spcBef>
              <a:spcAft>
                <a:spcPct val="0"/>
              </a:spcAft>
              <a:tabLst>
                <a:tab pos="914400" algn="l"/>
              </a:tabLst>
              <a:defRPr sz="4000" b="1">
                <a:solidFill>
                  <a:srgbClr val="003399"/>
                </a:solidFill>
                <a:latin typeface="Arial" panose="020B0604020202090204" pitchFamily="34" charset="0"/>
              </a:defRPr>
            </a:lvl7pPr>
            <a:lvl8pPr marL="3429000" indent="-228600" defTabSz="908050" eaLnBrk="0" fontAlgn="base" hangingPunct="0">
              <a:spcBef>
                <a:spcPct val="0"/>
              </a:spcBef>
              <a:spcAft>
                <a:spcPct val="0"/>
              </a:spcAft>
              <a:tabLst>
                <a:tab pos="914400" algn="l"/>
              </a:tabLst>
              <a:defRPr sz="4000" b="1">
                <a:solidFill>
                  <a:srgbClr val="003399"/>
                </a:solidFill>
                <a:latin typeface="Arial" panose="020B0604020202090204" pitchFamily="34" charset="0"/>
              </a:defRPr>
            </a:lvl8pPr>
            <a:lvl9pPr marL="3886200" indent="-228600" defTabSz="908050" eaLnBrk="0" fontAlgn="base" hangingPunct="0">
              <a:spcBef>
                <a:spcPct val="0"/>
              </a:spcBef>
              <a:spcAft>
                <a:spcPct val="0"/>
              </a:spcAft>
              <a:tabLst>
                <a:tab pos="914400" algn="l"/>
              </a:tabLst>
              <a:defRPr sz="4000" b="1">
                <a:solidFill>
                  <a:srgbClr val="003399"/>
                </a:solidFill>
                <a:latin typeface="Arial" panose="020B0604020202090204" pitchFamily="34" charset="0"/>
              </a:defRPr>
            </a:lvl9pPr>
          </a:lstStyle>
          <a:p>
            <a:pPr algn="just"/>
            <a:r>
              <a:rPr lang="en-US" altLang="zh-CN" sz="800" dirty="0">
                <a:solidFill>
                  <a:schemeClr val="tx1"/>
                </a:solidFill>
                <a:latin typeface="Calibri"/>
              </a:rPr>
              <a:t>C</a:t>
            </a:r>
            <a:r>
              <a:rPr lang="en-US" sz="800" dirty="0">
                <a:solidFill>
                  <a:schemeClr val="tx1"/>
                </a:solidFill>
                <a:latin typeface="Calibri"/>
              </a:rPr>
              <a:t>ore contribution</a:t>
            </a:r>
            <a:r>
              <a:rPr lang="en-US" sz="800" b="0" dirty="0">
                <a:solidFill>
                  <a:schemeClr val="tx1"/>
                </a:solidFill>
                <a:latin typeface="Calibri"/>
              </a:rPr>
              <a:t> — taking the </a:t>
            </a:r>
            <a:r>
              <a:rPr lang="en-US" sz="800" dirty="0">
                <a:solidFill>
                  <a:srgbClr val="38B4AF"/>
                </a:solidFill>
                <a:latin typeface="Calibri"/>
              </a:rPr>
              <a:t>generative power of diffusion</a:t>
            </a:r>
            <a:r>
              <a:rPr lang="en-US" sz="800" b="0" dirty="0">
                <a:solidFill>
                  <a:schemeClr val="tx1"/>
                </a:solidFill>
                <a:latin typeface="Calibri"/>
              </a:rPr>
              <a:t> from DIFUSCO and the </a:t>
            </a:r>
            <a:r>
              <a:rPr lang="en-US" sz="800" dirty="0">
                <a:solidFill>
                  <a:srgbClr val="38B4AF"/>
                </a:solidFill>
                <a:latin typeface="Calibri"/>
              </a:rPr>
              <a:t>learned local search</a:t>
            </a:r>
            <a:r>
              <a:rPr lang="en-US" sz="800" b="0" dirty="0">
                <a:solidFill>
                  <a:schemeClr val="tx1"/>
                </a:solidFill>
                <a:latin typeface="Calibri"/>
              </a:rPr>
              <a:t> from </a:t>
            </a:r>
            <a:r>
              <a:rPr lang="en-US" sz="800" b="0" dirty="0" err="1">
                <a:solidFill>
                  <a:schemeClr val="tx1"/>
                </a:solidFill>
                <a:latin typeface="Calibri"/>
              </a:rPr>
              <a:t>DualOpt</a:t>
            </a:r>
            <a:r>
              <a:rPr lang="en-US" sz="800" b="0" dirty="0">
                <a:solidFill>
                  <a:schemeClr val="tx1"/>
                </a:solidFill>
                <a:latin typeface="Calibri"/>
              </a:rPr>
              <a:t>. </a:t>
            </a:r>
            <a:r>
              <a:rPr lang="en-US" altLang="zh-CN" sz="800" b="0" dirty="0">
                <a:solidFill>
                  <a:schemeClr val="tx1"/>
                </a:solidFill>
                <a:latin typeface="Calibri"/>
              </a:rPr>
              <a:t>The hybrid pipeline lets each component do what it does best.</a:t>
            </a:r>
            <a:endParaRPr lang="en-US" sz="800" b="0" dirty="0">
              <a:solidFill>
                <a:schemeClr val="tx1"/>
              </a:solidFill>
              <a:latin typeface="Calibri"/>
            </a:endParaRPr>
          </a:p>
          <a:p>
            <a:pPr algn="just"/>
            <a:r>
              <a:rPr lang="en-US" sz="800" b="0" dirty="0">
                <a:solidFill>
                  <a:srgbClr val="38B4AF"/>
                </a:solidFill>
                <a:latin typeface="Calibri"/>
              </a:rPr>
              <a:t>• </a:t>
            </a:r>
            <a:r>
              <a:rPr lang="en-US" sz="800" dirty="0">
                <a:solidFill>
                  <a:srgbClr val="38B4AF"/>
                </a:solidFill>
                <a:latin typeface="Calibri"/>
              </a:rPr>
              <a:t>DIFUSCO </a:t>
            </a:r>
            <a:r>
              <a:rPr lang="en-US" sz="800" baseline="30000" dirty="0">
                <a:solidFill>
                  <a:srgbClr val="38B4AF"/>
                </a:solidFill>
                <a:latin typeface="Calibri"/>
              </a:rPr>
              <a:t>[1] </a:t>
            </a:r>
            <a:r>
              <a:rPr lang="en-US" altLang="zh-CN" sz="800" dirty="0">
                <a:solidFill>
                  <a:srgbClr val="38B4AF"/>
                </a:solidFill>
                <a:latin typeface="Calibri"/>
              </a:rPr>
              <a:t>(</a:t>
            </a:r>
            <a:r>
              <a:rPr lang="en-US" altLang="zh-CN" sz="800" dirty="0" err="1">
                <a:solidFill>
                  <a:srgbClr val="38B4AF"/>
                </a:solidFill>
                <a:latin typeface="Calibri"/>
              </a:rPr>
              <a:t>NeurIPS</a:t>
            </a:r>
            <a:r>
              <a:rPr lang="en-US" altLang="zh-CN" sz="800" dirty="0">
                <a:solidFill>
                  <a:srgbClr val="38B4AF"/>
                </a:solidFill>
                <a:latin typeface="Calibri"/>
              </a:rPr>
              <a:t> 2023) </a:t>
            </a:r>
            <a:r>
              <a:rPr lang="en-US" altLang="zh-CN" sz="800" b="0" dirty="0">
                <a:solidFill>
                  <a:schemeClr val="tx1"/>
                </a:solidFill>
                <a:latin typeface="Calibri"/>
              </a:rPr>
              <a:t>Casts TSP as categorical denoising diffusion over graph adjacency matrices. It</a:t>
            </a:r>
            <a:r>
              <a:rPr lang="en-US" altLang="zh-CN" sz="800" dirty="0">
                <a:solidFill>
                  <a:schemeClr val="tx1"/>
                </a:solidFill>
                <a:latin typeface="Calibri"/>
              </a:rPr>
              <a:t>'</a:t>
            </a:r>
            <a:r>
              <a:rPr lang="en-US" altLang="zh-CN" sz="800" b="0" dirty="0">
                <a:solidFill>
                  <a:schemeClr val="tx1"/>
                </a:solidFill>
                <a:latin typeface="Calibri"/>
              </a:rPr>
              <a:t>s </a:t>
            </a:r>
            <a:r>
              <a:rPr lang="en-US" sz="800" b="0" dirty="0">
                <a:solidFill>
                  <a:schemeClr val="tx1"/>
                </a:solidFill>
                <a:latin typeface="Calibri"/>
              </a:rPr>
              <a:t>diffusion process captures </a:t>
            </a:r>
            <a:r>
              <a:rPr lang="en-US" sz="800" dirty="0">
                <a:solidFill>
                  <a:schemeClr val="tx1"/>
                </a:solidFill>
                <a:latin typeface="Calibri"/>
              </a:rPr>
              <a:t>GLOBAL tour structure</a:t>
            </a:r>
            <a:r>
              <a:rPr lang="en-US" sz="800" b="0" dirty="0">
                <a:solidFill>
                  <a:schemeClr val="tx1"/>
                </a:solidFill>
                <a:latin typeface="Calibri"/>
              </a:rPr>
              <a:t> — the GNN sees the entire </a:t>
            </a:r>
            <a:r>
              <a:rPr lang="en-US" sz="800" b="0" dirty="0" err="1">
                <a:solidFill>
                  <a:schemeClr val="tx1"/>
                </a:solidFill>
                <a:latin typeface="Calibri"/>
              </a:rPr>
              <a:t>n×n</a:t>
            </a:r>
            <a:r>
              <a:rPr lang="en-US" sz="800" b="0" dirty="0">
                <a:solidFill>
                  <a:schemeClr val="tx1"/>
                </a:solidFill>
                <a:latin typeface="Calibri"/>
              </a:rPr>
              <a:t> adjacency matrix simultaneously. But its raw output has local defects (self-crossings, suboptimal turns).</a:t>
            </a:r>
            <a:r>
              <a:rPr lang="en-US" altLang="zh-CN" sz="800" b="0" dirty="0">
                <a:solidFill>
                  <a:schemeClr val="tx1"/>
                </a:solidFill>
                <a:latin typeface="Calibri"/>
              </a:rPr>
              <a:t> </a:t>
            </a:r>
            <a:endParaRPr lang="en-US" sz="800" b="0" dirty="0">
              <a:solidFill>
                <a:schemeClr val="tx1"/>
              </a:solidFill>
              <a:latin typeface="Calibri"/>
            </a:endParaRPr>
          </a:p>
          <a:p>
            <a:pPr algn="just"/>
            <a:r>
              <a:rPr lang="en-US" sz="800" b="0" dirty="0">
                <a:solidFill>
                  <a:srgbClr val="38B4AF"/>
                </a:solidFill>
                <a:latin typeface="Calibri"/>
              </a:rPr>
              <a:t>• </a:t>
            </a:r>
            <a:r>
              <a:rPr lang="en-US" sz="800" dirty="0" err="1">
                <a:solidFill>
                  <a:srgbClr val="38B4AF"/>
                </a:solidFill>
                <a:latin typeface="Calibri"/>
              </a:rPr>
              <a:t>DualOpt</a:t>
            </a:r>
            <a:r>
              <a:rPr lang="en-US" sz="800" dirty="0">
                <a:solidFill>
                  <a:srgbClr val="38B4AF"/>
                </a:solidFill>
                <a:latin typeface="Calibri"/>
              </a:rPr>
              <a:t> </a:t>
            </a:r>
            <a:r>
              <a:rPr lang="en-US" altLang="zh-CN" sz="800" baseline="30000" dirty="0">
                <a:solidFill>
                  <a:srgbClr val="38B4AF"/>
                </a:solidFill>
                <a:latin typeface="Calibri"/>
              </a:rPr>
              <a:t>[2] </a:t>
            </a:r>
            <a:r>
              <a:rPr lang="en-US" altLang="zh-CN" sz="800" dirty="0">
                <a:solidFill>
                  <a:srgbClr val="38B4AF"/>
                </a:solidFill>
                <a:latin typeface="Calibri"/>
              </a:rPr>
              <a:t>(AAAI 2025) </a:t>
            </a:r>
            <a:r>
              <a:rPr lang="en-US" altLang="zh-CN" sz="800" b="0" dirty="0">
                <a:solidFill>
                  <a:schemeClr val="tx1"/>
                </a:solidFill>
                <a:latin typeface="Calibri"/>
              </a:rPr>
              <a:t>Dual divide-and-optimize strategy — grid-based plane partitioning + LKH3 sub-solves, then cascaded neural revisers </a:t>
            </a:r>
            <a:r>
              <a:rPr lang="en-US" sz="800" b="0" dirty="0">
                <a:solidFill>
                  <a:schemeClr val="tx1"/>
                </a:solidFill>
                <a:latin typeface="Calibri"/>
              </a:rPr>
              <a:t>at </a:t>
            </a:r>
            <a:r>
              <a:rPr lang="en-US" sz="800" dirty="0">
                <a:solidFill>
                  <a:schemeClr val="tx1"/>
                </a:solidFill>
                <a:latin typeface="Calibri"/>
              </a:rPr>
              <a:t>LOCAL refinement </a:t>
            </a:r>
            <a:r>
              <a:rPr lang="en-US" sz="800" b="0" dirty="0">
                <a:solidFill>
                  <a:schemeClr val="tx1"/>
                </a:solidFill>
                <a:latin typeface="Calibri"/>
              </a:rPr>
              <a:t>— trained via </a:t>
            </a:r>
            <a:r>
              <a:rPr lang="en-US" sz="800" dirty="0">
                <a:solidFill>
                  <a:srgbClr val="38B4AF"/>
                </a:solidFill>
                <a:latin typeface="Calibri"/>
              </a:rPr>
              <a:t>REINFORCE</a:t>
            </a:r>
            <a:r>
              <a:rPr lang="en-US" sz="800" b="0" dirty="0">
                <a:solidFill>
                  <a:schemeClr val="tx1"/>
                </a:solidFill>
                <a:latin typeface="Calibri"/>
              </a:rPr>
              <a:t> to directly minimize tour length within sliding windows. But they need a reasonable starting tour.</a:t>
            </a:r>
          </a:p>
          <a:p>
            <a:pPr algn="just"/>
            <a:r>
              <a:rPr lang="en-US" sz="800" b="0" dirty="0">
                <a:solidFill>
                  <a:schemeClr val="tx1"/>
                </a:solidFill>
                <a:latin typeface="Calibri"/>
              </a:rPr>
              <a:t>  </a:t>
            </a:r>
            <a:endParaRPr sz="800" b="0" dirty="0">
              <a:solidFill>
                <a:schemeClr val="tx1"/>
              </a:solidFill>
              <a:latin typeface="Calibri"/>
            </a:endParaRPr>
          </a:p>
        </p:txBody>
      </p:sp>
      <p:sp>
        <p:nvSpPr>
          <p:cNvPr id="57" name="Text Box 3"/>
          <p:cNvSpPr txBox="1">
            <a:spLocks noChangeArrowheads="1"/>
          </p:cNvSpPr>
          <p:nvPr/>
        </p:nvSpPr>
        <p:spPr bwMode="auto">
          <a:xfrm>
            <a:off x="8173720" y="4511675"/>
            <a:ext cx="3975735" cy="149247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75750" tIns="7500" rIns="37875" bIns="7500">
            <a:spAutoFit/>
          </a:bodyPr>
          <a:lstStyle>
            <a:lvl1pPr defTabSz="908050">
              <a:tabLst>
                <a:tab pos="914400" algn="l"/>
              </a:tabLst>
              <a:defRPr sz="4000" b="1">
                <a:solidFill>
                  <a:srgbClr val="003399"/>
                </a:solidFill>
                <a:latin typeface="Arial" panose="020B0604020202090204" pitchFamily="34" charset="0"/>
              </a:defRPr>
            </a:lvl1pPr>
            <a:lvl2pPr marL="742950" indent="-285750" defTabSz="908050">
              <a:tabLst>
                <a:tab pos="914400" algn="l"/>
              </a:tabLst>
              <a:defRPr sz="4000" b="1">
                <a:solidFill>
                  <a:srgbClr val="003399"/>
                </a:solidFill>
                <a:latin typeface="Arial" panose="020B0604020202090204" pitchFamily="34" charset="0"/>
              </a:defRPr>
            </a:lvl2pPr>
            <a:lvl3pPr marL="1143000" indent="-228600" defTabSz="908050">
              <a:tabLst>
                <a:tab pos="914400" algn="l"/>
              </a:tabLst>
              <a:defRPr sz="4000" b="1">
                <a:solidFill>
                  <a:srgbClr val="003399"/>
                </a:solidFill>
                <a:latin typeface="Arial" panose="020B0604020202090204" pitchFamily="34" charset="0"/>
              </a:defRPr>
            </a:lvl3pPr>
            <a:lvl4pPr marL="1600200" indent="-228600" defTabSz="908050">
              <a:tabLst>
                <a:tab pos="914400" algn="l"/>
              </a:tabLst>
              <a:defRPr sz="4000" b="1">
                <a:solidFill>
                  <a:srgbClr val="003399"/>
                </a:solidFill>
                <a:latin typeface="Arial" panose="020B0604020202090204" pitchFamily="34" charset="0"/>
              </a:defRPr>
            </a:lvl4pPr>
            <a:lvl5pPr marL="2057400" indent="-228600" defTabSz="908050">
              <a:tabLst>
                <a:tab pos="914400" algn="l"/>
              </a:tabLst>
              <a:defRPr sz="4000" b="1">
                <a:solidFill>
                  <a:srgbClr val="003399"/>
                </a:solidFill>
                <a:latin typeface="Arial" panose="020B0604020202090204" pitchFamily="34" charset="0"/>
              </a:defRPr>
            </a:lvl5pPr>
            <a:lvl6pPr marL="2514600" indent="-228600" defTabSz="908050" eaLnBrk="0" fontAlgn="base" hangingPunct="0">
              <a:spcBef>
                <a:spcPct val="0"/>
              </a:spcBef>
              <a:spcAft>
                <a:spcPct val="0"/>
              </a:spcAft>
              <a:tabLst>
                <a:tab pos="914400" algn="l"/>
              </a:tabLst>
              <a:defRPr sz="4000" b="1">
                <a:solidFill>
                  <a:srgbClr val="003399"/>
                </a:solidFill>
                <a:latin typeface="Arial" panose="020B0604020202090204" pitchFamily="34" charset="0"/>
              </a:defRPr>
            </a:lvl6pPr>
            <a:lvl7pPr marL="2971800" indent="-228600" defTabSz="908050" eaLnBrk="0" fontAlgn="base" hangingPunct="0">
              <a:spcBef>
                <a:spcPct val="0"/>
              </a:spcBef>
              <a:spcAft>
                <a:spcPct val="0"/>
              </a:spcAft>
              <a:tabLst>
                <a:tab pos="914400" algn="l"/>
              </a:tabLst>
              <a:defRPr sz="4000" b="1">
                <a:solidFill>
                  <a:srgbClr val="003399"/>
                </a:solidFill>
                <a:latin typeface="Arial" panose="020B0604020202090204" pitchFamily="34" charset="0"/>
              </a:defRPr>
            </a:lvl7pPr>
            <a:lvl8pPr marL="3429000" indent="-228600" defTabSz="908050" eaLnBrk="0" fontAlgn="base" hangingPunct="0">
              <a:spcBef>
                <a:spcPct val="0"/>
              </a:spcBef>
              <a:spcAft>
                <a:spcPct val="0"/>
              </a:spcAft>
              <a:tabLst>
                <a:tab pos="914400" algn="l"/>
              </a:tabLst>
              <a:defRPr sz="4000" b="1">
                <a:solidFill>
                  <a:srgbClr val="003399"/>
                </a:solidFill>
                <a:latin typeface="Arial" panose="020B0604020202090204" pitchFamily="34" charset="0"/>
              </a:defRPr>
            </a:lvl8pPr>
            <a:lvl9pPr marL="3886200" indent="-228600" defTabSz="908050" eaLnBrk="0" fontAlgn="base" hangingPunct="0">
              <a:spcBef>
                <a:spcPct val="0"/>
              </a:spcBef>
              <a:spcAft>
                <a:spcPct val="0"/>
              </a:spcAft>
              <a:tabLst>
                <a:tab pos="914400" algn="l"/>
              </a:tabLst>
              <a:defRPr sz="4000" b="1">
                <a:solidFill>
                  <a:srgbClr val="003399"/>
                </a:solidFill>
                <a:latin typeface="Arial" panose="020B0604020202090204" pitchFamily="34" charset="0"/>
              </a:defRPr>
            </a:lvl9pPr>
          </a:lstStyle>
          <a:p>
            <a:r>
              <a:rPr lang="en-US" sz="800" b="0" dirty="0">
                <a:solidFill>
                  <a:schemeClr val="tx1"/>
                </a:solidFill>
                <a:latin typeface="Calibri"/>
              </a:rPr>
              <a:t>1. </a:t>
            </a:r>
            <a:r>
              <a:rPr lang="en-US" sz="800" dirty="0">
                <a:solidFill>
                  <a:srgbClr val="38B4AF"/>
                </a:solidFill>
                <a:latin typeface="Calibri"/>
              </a:rPr>
              <a:t>HYBRID EITHER ALONE</a:t>
            </a:r>
            <a:r>
              <a:rPr lang="en-US" sz="800" b="0" dirty="0">
                <a:solidFill>
                  <a:schemeClr val="tx1"/>
                </a:solidFill>
                <a:latin typeface="Calibri"/>
              </a:rPr>
              <a:t>. DIFUSCO (global) + </a:t>
            </a:r>
            <a:r>
              <a:rPr lang="en-US" sz="800" b="0" dirty="0" err="1">
                <a:solidFill>
                  <a:schemeClr val="tx1"/>
                </a:solidFill>
                <a:latin typeface="Calibri"/>
              </a:rPr>
              <a:t>DualOpt</a:t>
            </a:r>
            <a:r>
              <a:rPr lang="en-US" sz="800" b="0" dirty="0">
                <a:solidFill>
                  <a:schemeClr val="tx1"/>
                </a:solidFill>
                <a:latin typeface="Calibri"/>
              </a:rPr>
              <a:t> (local) = -1.67% vs GT.</a:t>
            </a:r>
          </a:p>
          <a:p>
            <a:r>
              <a:rPr lang="en-US" sz="800" b="0" dirty="0">
                <a:solidFill>
                  <a:schemeClr val="tx1"/>
                </a:solidFill>
                <a:latin typeface="Calibri"/>
              </a:rPr>
              <a:t>2. </a:t>
            </a:r>
            <a:r>
              <a:rPr lang="en-US" sz="800" dirty="0">
                <a:solidFill>
                  <a:srgbClr val="38B4AF"/>
                </a:solidFill>
                <a:latin typeface="Calibri"/>
              </a:rPr>
              <a:t>CHANGE THE INPUT, NOT THE PROCESS</a:t>
            </a:r>
            <a:r>
              <a:rPr lang="en-US" sz="800" b="0" dirty="0">
                <a:solidFill>
                  <a:schemeClr val="tx1"/>
                </a:solidFill>
                <a:latin typeface="Calibri"/>
              </a:rPr>
              <a:t>. Replacing the initial tour (#2) </a:t>
            </a:r>
            <a:r>
              <a:rPr lang="en-US" sz="800" dirty="0">
                <a:solidFill>
                  <a:schemeClr val="tx1"/>
                </a:solidFill>
                <a:latin typeface="Calibri"/>
              </a:rPr>
              <a:t>succeeded</a:t>
            </a:r>
            <a:r>
              <a:rPr lang="en-US" sz="800" b="0" dirty="0">
                <a:solidFill>
                  <a:schemeClr val="tx1"/>
                </a:solidFill>
                <a:latin typeface="Calibri"/>
              </a:rPr>
              <a:t>; guiding the reviser internally (#1,3,4,5) </a:t>
            </a:r>
            <a:r>
              <a:rPr lang="en-US" sz="800" dirty="0">
                <a:solidFill>
                  <a:srgbClr val="A50021"/>
                </a:solidFill>
                <a:latin typeface="Calibri"/>
              </a:rPr>
              <a:t>failed</a:t>
            </a:r>
            <a:r>
              <a:rPr lang="en-US" sz="800" b="0" dirty="0">
                <a:solidFill>
                  <a:schemeClr val="tx1"/>
                </a:solidFill>
                <a:latin typeface="Calibri"/>
              </a:rPr>
              <a:t> — it already saturates.</a:t>
            </a:r>
          </a:p>
          <a:p>
            <a:r>
              <a:rPr lang="en-US" sz="800" b="0" dirty="0">
                <a:solidFill>
                  <a:schemeClr val="tx1"/>
                </a:solidFill>
                <a:latin typeface="Calibri"/>
              </a:rPr>
              <a:t>3. </a:t>
            </a:r>
            <a:r>
              <a:rPr lang="en-US" sz="800" dirty="0">
                <a:solidFill>
                  <a:srgbClr val="38B4AF"/>
                </a:solidFill>
                <a:latin typeface="Calibri"/>
              </a:rPr>
              <a:t>CLASSICAL WINS AT SMALL SCALES</a:t>
            </a:r>
            <a:r>
              <a:rPr lang="en-US" sz="800" b="0" dirty="0">
                <a:solidFill>
                  <a:schemeClr val="tx1"/>
                </a:solidFill>
                <a:latin typeface="Calibri"/>
              </a:rPr>
              <a:t>. At le1000, LKH3 (0.4% gap, 1.2s) and C+2opt are fast, near-optimal, and </a:t>
            </a:r>
            <a:r>
              <a:rPr lang="en-US" sz="800" dirty="0">
                <a:solidFill>
                  <a:schemeClr val="tx1"/>
                </a:solidFill>
                <a:latin typeface="Calibri"/>
              </a:rPr>
              <a:t>need no training</a:t>
            </a:r>
            <a:r>
              <a:rPr lang="en-US" sz="800" b="0" dirty="0">
                <a:solidFill>
                  <a:schemeClr val="tx1"/>
                </a:solidFill>
                <a:latin typeface="Calibri"/>
              </a:rPr>
              <a:t>.</a:t>
            </a:r>
          </a:p>
          <a:p>
            <a:r>
              <a:rPr lang="en-US" sz="800" b="0" dirty="0">
                <a:solidFill>
                  <a:schemeClr val="tx1"/>
                </a:solidFill>
                <a:latin typeface="Calibri"/>
              </a:rPr>
              <a:t>4. </a:t>
            </a:r>
            <a:r>
              <a:rPr lang="en-US" sz="800" dirty="0">
                <a:solidFill>
                  <a:srgbClr val="38B4AF"/>
                </a:solidFill>
                <a:latin typeface="Calibri"/>
              </a:rPr>
              <a:t>NEURAL METHODS TARGET LARGE SCALES</a:t>
            </a:r>
            <a:r>
              <a:rPr lang="en-US" sz="800" b="0" dirty="0">
                <a:solidFill>
                  <a:schemeClr val="tx1"/>
                </a:solidFill>
                <a:latin typeface="Calibri"/>
              </a:rPr>
              <a:t>. </a:t>
            </a:r>
            <a:r>
              <a:rPr lang="en-US" sz="800" b="0" dirty="0" err="1">
                <a:solidFill>
                  <a:schemeClr val="tx1"/>
                </a:solidFill>
                <a:latin typeface="Calibri"/>
              </a:rPr>
              <a:t>DualOpt</a:t>
            </a:r>
            <a:r>
              <a:rPr lang="en-US" sz="800" b="0" dirty="0">
                <a:solidFill>
                  <a:schemeClr val="tx1"/>
                </a:solidFill>
                <a:latin typeface="Calibri"/>
              </a:rPr>
              <a:t> beats LKH3 by 1.40% on TSP-100K</a:t>
            </a:r>
          </a:p>
          <a:p>
            <a:r>
              <a:rPr lang="en-US" sz="800" b="0" dirty="0">
                <a:solidFill>
                  <a:schemeClr val="tx1"/>
                </a:solidFill>
                <a:latin typeface="Calibri"/>
              </a:rPr>
              <a:t>   (104 times faster); DIFUSCO scales to TSP-10K. Our ceiling was n=1000 on a single RTX 2060 — the hybrid pipeline should be even more impactful at scale.</a:t>
            </a:r>
          </a:p>
          <a:p>
            <a:r>
              <a:rPr lang="en-US" sz="800" b="0" dirty="0">
                <a:solidFill>
                  <a:schemeClr val="tx1"/>
                </a:solidFill>
                <a:latin typeface="Calibri"/>
              </a:rPr>
              <a:t>5. </a:t>
            </a:r>
            <a:r>
              <a:rPr lang="en-US" sz="800" dirty="0">
                <a:solidFill>
                  <a:srgbClr val="38B4AF"/>
                </a:solidFill>
                <a:latin typeface="Calibri"/>
              </a:rPr>
              <a:t>FIVE IMPROVEMENTS CHART THE DESIGN SPACE</a:t>
            </a:r>
            <a:r>
              <a:rPr lang="en-US" sz="800" b="0" dirty="0">
                <a:solidFill>
                  <a:schemeClr val="tx1"/>
                </a:solidFill>
                <a:latin typeface="Calibri"/>
              </a:rPr>
              <a:t>. #1: confidence </a:t>
            </a:r>
            <a:r>
              <a:rPr lang="zh-CN" altLang="en-US" sz="800" b="0" dirty="0">
                <a:solidFill>
                  <a:schemeClr val="tx1"/>
                </a:solidFill>
                <a:latin typeface="Calibri"/>
              </a:rPr>
              <a:t>≠ </a:t>
            </a:r>
            <a:r>
              <a:rPr lang="en-US" sz="800" b="0" dirty="0">
                <a:solidFill>
                  <a:schemeClr val="tx1"/>
                </a:solidFill>
                <a:latin typeface="Calibri"/>
              </a:rPr>
              <a:t>guidance. #2:hybrid pipelines work. #3: weak optimizers can't guide strong ones. #4:solver consensus shows promise (4/10 improved, up to -5.16%) but needs a tiebreaker. #5: once saturated perturbations only degrade.</a:t>
            </a:r>
            <a:endParaRPr sz="800" b="0" dirty="0">
              <a:solidFill>
                <a:schemeClr val="tx1"/>
              </a:solidFill>
              <a:latin typeface="Calibri"/>
            </a:endParaRPr>
          </a:p>
        </p:txBody>
      </p:sp>
      <p:sp>
        <p:nvSpPr>
          <p:cNvPr id="60" name="文本框 59"/>
          <p:cNvSpPr txBox="1"/>
          <p:nvPr/>
        </p:nvSpPr>
        <p:spPr>
          <a:xfrm>
            <a:off x="7733030" y="1136015"/>
            <a:ext cx="312420" cy="358775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noAutofit/>
          </a:bodyPr>
          <a:lstStyle/>
          <a:p>
            <a:endParaRPr lang="zh-CN" altLang="en-US"/>
          </a:p>
        </p:txBody>
      </p:sp>
      <p:sp>
        <p:nvSpPr>
          <p:cNvPr id="68" name="文本框 67"/>
          <p:cNvSpPr txBox="1"/>
          <p:nvPr/>
        </p:nvSpPr>
        <p:spPr>
          <a:xfrm>
            <a:off x="11721465" y="4149090"/>
            <a:ext cx="379095" cy="358775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noAutofit/>
          </a:bodyPr>
          <a:lstStyle/>
          <a:p>
            <a:endParaRPr lang="zh-CN" altLang="en-US"/>
          </a:p>
        </p:txBody>
      </p:sp>
      <p:sp>
        <p:nvSpPr>
          <p:cNvPr id="73" name="Text Box 3"/>
          <p:cNvSpPr txBox="1">
            <a:spLocks noChangeArrowheads="1"/>
          </p:cNvSpPr>
          <p:nvPr/>
        </p:nvSpPr>
        <p:spPr bwMode="auto">
          <a:xfrm>
            <a:off x="8144510" y="6347534"/>
            <a:ext cx="3975735" cy="47681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75750" tIns="7500" rIns="37875" bIns="7500">
            <a:spAutoFit/>
          </a:bodyPr>
          <a:lstStyle>
            <a:lvl1pPr defTabSz="908050">
              <a:tabLst>
                <a:tab pos="914400" algn="l"/>
              </a:tabLst>
              <a:defRPr sz="4000" b="1">
                <a:solidFill>
                  <a:srgbClr val="003399"/>
                </a:solidFill>
                <a:latin typeface="Arial" panose="020B0604020202090204" pitchFamily="34" charset="0"/>
              </a:defRPr>
            </a:lvl1pPr>
            <a:lvl2pPr marL="742950" indent="-285750" defTabSz="908050">
              <a:tabLst>
                <a:tab pos="914400" algn="l"/>
              </a:tabLst>
              <a:defRPr sz="4000" b="1">
                <a:solidFill>
                  <a:srgbClr val="003399"/>
                </a:solidFill>
                <a:latin typeface="Arial" panose="020B0604020202090204" pitchFamily="34" charset="0"/>
              </a:defRPr>
            </a:lvl2pPr>
            <a:lvl3pPr marL="1143000" indent="-228600" defTabSz="908050">
              <a:tabLst>
                <a:tab pos="914400" algn="l"/>
              </a:tabLst>
              <a:defRPr sz="4000" b="1">
                <a:solidFill>
                  <a:srgbClr val="003399"/>
                </a:solidFill>
                <a:latin typeface="Arial" panose="020B0604020202090204" pitchFamily="34" charset="0"/>
              </a:defRPr>
            </a:lvl3pPr>
            <a:lvl4pPr marL="1600200" indent="-228600" defTabSz="908050">
              <a:tabLst>
                <a:tab pos="914400" algn="l"/>
              </a:tabLst>
              <a:defRPr sz="4000" b="1">
                <a:solidFill>
                  <a:srgbClr val="003399"/>
                </a:solidFill>
                <a:latin typeface="Arial" panose="020B0604020202090204" pitchFamily="34" charset="0"/>
              </a:defRPr>
            </a:lvl4pPr>
            <a:lvl5pPr marL="2057400" indent="-228600" defTabSz="908050">
              <a:tabLst>
                <a:tab pos="914400" algn="l"/>
              </a:tabLst>
              <a:defRPr sz="4000" b="1">
                <a:solidFill>
                  <a:srgbClr val="003399"/>
                </a:solidFill>
                <a:latin typeface="Arial" panose="020B0604020202090204" pitchFamily="34" charset="0"/>
              </a:defRPr>
            </a:lvl5pPr>
            <a:lvl6pPr marL="2514600" indent="-228600" defTabSz="908050" eaLnBrk="0" fontAlgn="base" hangingPunct="0">
              <a:spcBef>
                <a:spcPct val="0"/>
              </a:spcBef>
              <a:spcAft>
                <a:spcPct val="0"/>
              </a:spcAft>
              <a:tabLst>
                <a:tab pos="914400" algn="l"/>
              </a:tabLst>
              <a:defRPr sz="4000" b="1">
                <a:solidFill>
                  <a:srgbClr val="003399"/>
                </a:solidFill>
                <a:latin typeface="Arial" panose="020B0604020202090204" pitchFamily="34" charset="0"/>
              </a:defRPr>
            </a:lvl6pPr>
            <a:lvl7pPr marL="2971800" indent="-228600" defTabSz="908050" eaLnBrk="0" fontAlgn="base" hangingPunct="0">
              <a:spcBef>
                <a:spcPct val="0"/>
              </a:spcBef>
              <a:spcAft>
                <a:spcPct val="0"/>
              </a:spcAft>
              <a:tabLst>
                <a:tab pos="914400" algn="l"/>
              </a:tabLst>
              <a:defRPr sz="4000" b="1">
                <a:solidFill>
                  <a:srgbClr val="003399"/>
                </a:solidFill>
                <a:latin typeface="Arial" panose="020B0604020202090204" pitchFamily="34" charset="0"/>
              </a:defRPr>
            </a:lvl7pPr>
            <a:lvl8pPr marL="3429000" indent="-228600" defTabSz="908050" eaLnBrk="0" fontAlgn="base" hangingPunct="0">
              <a:spcBef>
                <a:spcPct val="0"/>
              </a:spcBef>
              <a:spcAft>
                <a:spcPct val="0"/>
              </a:spcAft>
              <a:tabLst>
                <a:tab pos="914400" algn="l"/>
              </a:tabLst>
              <a:defRPr sz="4000" b="1">
                <a:solidFill>
                  <a:srgbClr val="003399"/>
                </a:solidFill>
                <a:latin typeface="Arial" panose="020B0604020202090204" pitchFamily="34" charset="0"/>
              </a:defRPr>
            </a:lvl8pPr>
            <a:lvl9pPr marL="3886200" indent="-228600" defTabSz="908050" eaLnBrk="0" fontAlgn="base" hangingPunct="0">
              <a:spcBef>
                <a:spcPct val="0"/>
              </a:spcBef>
              <a:spcAft>
                <a:spcPct val="0"/>
              </a:spcAft>
              <a:tabLst>
                <a:tab pos="914400" algn="l"/>
              </a:tabLst>
              <a:defRPr sz="4000" b="1">
                <a:solidFill>
                  <a:srgbClr val="003399"/>
                </a:solidFill>
                <a:latin typeface="Arial" panose="020B0604020202090204" pitchFamily="34" charset="0"/>
              </a:defRPr>
            </a:lvl9pPr>
          </a:lstStyle>
          <a:p>
            <a:r>
              <a:rPr sz="600" b="0" dirty="0">
                <a:solidFill>
                  <a:schemeClr val="tx1"/>
                </a:solidFill>
                <a:latin typeface="Calibri"/>
              </a:rPr>
              <a:t>[1] Sun &amp; Yang. DIFUSCO: Graph-based Diffusion Solvers for Combinatorial Optimization. </a:t>
            </a:r>
            <a:r>
              <a:rPr sz="600" b="0" dirty="0" err="1">
                <a:solidFill>
                  <a:schemeClr val="tx1"/>
                </a:solidFill>
                <a:latin typeface="Calibri"/>
              </a:rPr>
              <a:t>NeurIPS</a:t>
            </a:r>
            <a:r>
              <a:rPr sz="600" b="0" dirty="0">
                <a:solidFill>
                  <a:schemeClr val="tx1"/>
                </a:solidFill>
                <a:latin typeface="Calibri"/>
              </a:rPr>
              <a:t>, 2023.</a:t>
            </a:r>
            <a:endParaRPr lang="en-US" altLang="zh-CN" sz="600" b="0" dirty="0">
              <a:solidFill>
                <a:schemeClr val="tx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sz="600" b="0" dirty="0">
                <a:solidFill>
                  <a:schemeClr val="tx1"/>
                </a:solidFill>
                <a:latin typeface="Calibri"/>
              </a:rPr>
              <a:t>[2] Zhou et al. </a:t>
            </a:r>
            <a:r>
              <a:rPr sz="600" b="0" dirty="0" err="1">
                <a:solidFill>
                  <a:schemeClr val="tx1"/>
                </a:solidFill>
                <a:latin typeface="Calibri"/>
              </a:rPr>
              <a:t>DualOpt</a:t>
            </a:r>
            <a:r>
              <a:rPr sz="600" b="0" dirty="0">
                <a:solidFill>
                  <a:schemeClr val="tx1"/>
                </a:solidFill>
                <a:latin typeface="Calibri"/>
              </a:rPr>
              <a:t>: A Dual Divide-and-Optimize Algorithm for the Large-Scale Traveling Salesman Problem. AAAI, 2025.</a:t>
            </a:r>
          </a:p>
          <a:p>
            <a:r>
              <a:rPr sz="600" b="0" dirty="0">
                <a:solidFill>
                  <a:schemeClr val="tx1"/>
                </a:solidFill>
                <a:latin typeface="Calibri"/>
              </a:rPr>
              <a:t>[3] </a:t>
            </a:r>
            <a:r>
              <a:rPr sz="600" b="0" dirty="0" err="1">
                <a:solidFill>
                  <a:schemeClr val="tx1"/>
                </a:solidFill>
                <a:latin typeface="Calibri"/>
              </a:rPr>
              <a:t>Christofides</a:t>
            </a:r>
            <a:r>
              <a:rPr sz="600" b="0" dirty="0">
                <a:solidFill>
                  <a:schemeClr val="tx1"/>
                </a:solidFill>
                <a:latin typeface="Calibri"/>
              </a:rPr>
              <a:t>. Worst-case analysis of a new heuristic for the travelling salesman problem. Technical Report, 1976.</a:t>
            </a:r>
          </a:p>
          <a:p>
            <a:r>
              <a:rPr sz="600" b="0" dirty="0">
                <a:solidFill>
                  <a:schemeClr val="tx1"/>
                </a:solidFill>
                <a:latin typeface="Calibri"/>
              </a:rPr>
              <a:t>[4] Helsgaun. An Extension of the Lin-Kernighan-Helsgaun TSP Solver. 2017.</a:t>
            </a:r>
          </a:p>
          <a:p>
            <a:r>
              <a:rPr sz="600" b="0" dirty="0">
                <a:solidFill>
                  <a:schemeClr val="tx1"/>
                </a:solidFill>
                <a:latin typeface="Calibri"/>
              </a:rPr>
              <a:t>[5] Kool, van Hoof &amp; Welling. Attention, Learn to Solve Routing Problems! ICLR, 2019.</a:t>
            </a:r>
          </a:p>
        </p:txBody>
      </p:sp>
      <p:pic>
        <p:nvPicPr>
          <p:cNvPr id="75" name="图片 74" descr="IMG_0772"/>
          <p:cNvPicPr>
            <a:picLocks noChangeAspect="1"/>
          </p:cNvPicPr>
          <p:nvPr/>
        </p:nvPicPr>
        <p:blipFill>
          <a:blip r:embed="rId5">
            <a:clrChange>
              <a:clrFrom>
                <a:srgbClr val="000102">
                  <a:alpha val="100000"/>
                </a:srgbClr>
              </a:clrFrom>
              <a:clrTo>
                <a:srgbClr val="000102">
                  <a:alpha val="100000"/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11215624" y="58820"/>
            <a:ext cx="963295" cy="963295"/>
          </a:xfrm>
          <a:prstGeom prst="rect">
            <a:avLst/>
          </a:prstGeom>
        </p:spPr>
      </p:pic>
      <p:sp>
        <p:nvSpPr>
          <p:cNvPr id="76" name="Text Box 96"/>
          <p:cNvSpPr txBox="1">
            <a:spLocks noChangeArrowheads="1"/>
          </p:cNvSpPr>
          <p:nvPr/>
        </p:nvSpPr>
        <p:spPr bwMode="auto">
          <a:xfrm>
            <a:off x="7848600" y="422275"/>
            <a:ext cx="2858135" cy="3213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69432" tIns="7500" rIns="69432" bIns="7500">
            <a:spAutoFit/>
          </a:bodyPr>
          <a:lstStyle>
            <a:lvl1pPr defTabSz="908050">
              <a:defRPr sz="4000" b="1">
                <a:solidFill>
                  <a:srgbClr val="003399"/>
                </a:solidFill>
                <a:latin typeface="Arial" panose="020B0604020202090204" pitchFamily="34" charset="0"/>
              </a:defRPr>
            </a:lvl1pPr>
            <a:lvl2pPr marL="742950" indent="-285750" defTabSz="908050">
              <a:defRPr sz="4000" b="1">
                <a:solidFill>
                  <a:srgbClr val="003399"/>
                </a:solidFill>
                <a:latin typeface="Arial" panose="020B0604020202090204" pitchFamily="34" charset="0"/>
              </a:defRPr>
            </a:lvl2pPr>
            <a:lvl3pPr marL="1143000" indent="-228600" defTabSz="908050">
              <a:defRPr sz="4000" b="1">
                <a:solidFill>
                  <a:srgbClr val="003399"/>
                </a:solidFill>
                <a:latin typeface="Arial" panose="020B0604020202090204" pitchFamily="34" charset="0"/>
              </a:defRPr>
            </a:lvl3pPr>
            <a:lvl4pPr marL="1600200" indent="-228600" defTabSz="908050">
              <a:defRPr sz="4000" b="1">
                <a:solidFill>
                  <a:srgbClr val="003399"/>
                </a:solidFill>
                <a:latin typeface="Arial" panose="020B0604020202090204" pitchFamily="34" charset="0"/>
              </a:defRPr>
            </a:lvl4pPr>
            <a:lvl5pPr marL="2057400" indent="-228600" defTabSz="908050">
              <a:defRPr sz="4000" b="1">
                <a:solidFill>
                  <a:srgbClr val="003399"/>
                </a:solidFill>
                <a:latin typeface="Arial" panose="020B0604020202090204" pitchFamily="34" charset="0"/>
              </a:defRPr>
            </a:lvl5pPr>
            <a:lvl6pPr marL="2514600" indent="-228600" defTabSz="908050" eaLnBrk="0" fontAlgn="base" hangingPunct="0">
              <a:spcBef>
                <a:spcPct val="0"/>
              </a:spcBef>
              <a:spcAft>
                <a:spcPct val="0"/>
              </a:spcAft>
              <a:defRPr sz="4000" b="1">
                <a:solidFill>
                  <a:srgbClr val="003399"/>
                </a:solidFill>
                <a:latin typeface="Arial" panose="020B0604020202090204" pitchFamily="34" charset="0"/>
              </a:defRPr>
            </a:lvl6pPr>
            <a:lvl7pPr marL="2971800" indent="-228600" defTabSz="908050" eaLnBrk="0" fontAlgn="base" hangingPunct="0">
              <a:spcBef>
                <a:spcPct val="0"/>
              </a:spcBef>
              <a:spcAft>
                <a:spcPct val="0"/>
              </a:spcAft>
              <a:defRPr sz="4000" b="1">
                <a:solidFill>
                  <a:srgbClr val="003399"/>
                </a:solidFill>
                <a:latin typeface="Arial" panose="020B0604020202090204" pitchFamily="34" charset="0"/>
              </a:defRPr>
            </a:lvl7pPr>
            <a:lvl8pPr marL="3429000" indent="-228600" defTabSz="908050" eaLnBrk="0" fontAlgn="base" hangingPunct="0">
              <a:spcBef>
                <a:spcPct val="0"/>
              </a:spcBef>
              <a:spcAft>
                <a:spcPct val="0"/>
              </a:spcAft>
              <a:defRPr sz="4000" b="1">
                <a:solidFill>
                  <a:srgbClr val="003399"/>
                </a:solidFill>
                <a:latin typeface="Arial" panose="020B0604020202090204" pitchFamily="34" charset="0"/>
              </a:defRPr>
            </a:lvl8pPr>
            <a:lvl9pPr marL="3886200" indent="-228600" defTabSz="908050" eaLnBrk="0" fontAlgn="base" hangingPunct="0">
              <a:spcBef>
                <a:spcPct val="0"/>
              </a:spcBef>
              <a:spcAft>
                <a:spcPct val="0"/>
              </a:spcAft>
              <a:defRPr sz="4000" b="1">
                <a:solidFill>
                  <a:srgbClr val="003399"/>
                </a:solidFill>
                <a:latin typeface="Arial" panose="020B0604020202090204" pitchFamily="34" charset="0"/>
              </a:defRPr>
            </a:lvl9pPr>
          </a:lstStyle>
          <a:p>
            <a:pPr algn="ctr"/>
            <a:r>
              <a:rPr lang="en-US" altLang="zh-CN" sz="2000" dirty="0">
                <a:solidFill>
                  <a:schemeClr val="bg1"/>
                </a:solidFill>
                <a:latin typeface="Comic Sans MS Bold" panose="030F0902030302020204" charset="0"/>
                <a:cs typeface="Comic Sans MS Bold" panose="030F0902030302020204" charset="0"/>
              </a:rPr>
              <a:t>Want to Talk More?</a:t>
            </a:r>
            <a:endParaRPr lang="en-US" altLang="zh-CN" sz="2000" b="0" dirty="0">
              <a:solidFill>
                <a:schemeClr val="bg1"/>
              </a:solidFill>
              <a:latin typeface="Comic Sans MS Regular" panose="030F0902030302020204" charset="0"/>
              <a:cs typeface="Comic Sans MS Regular" panose="030F0902030302020204" charset="0"/>
            </a:endParaRPr>
          </a:p>
        </p:txBody>
      </p:sp>
      <p:sp>
        <p:nvSpPr>
          <p:cNvPr id="79" name="文本框 78"/>
          <p:cNvSpPr txBox="1"/>
          <p:nvPr/>
        </p:nvSpPr>
        <p:spPr>
          <a:xfrm>
            <a:off x="11843582" y="6070049"/>
            <a:ext cx="264795" cy="358775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noAutofit/>
          </a:bodyPr>
          <a:lstStyle/>
          <a:p>
            <a:endParaRPr lang="zh-CN" altLang="en-US"/>
          </a:p>
        </p:txBody>
      </p:sp>
      <p:sp>
        <p:nvSpPr>
          <p:cNvPr id="81" name="Text Box 96"/>
          <p:cNvSpPr txBox="1">
            <a:spLocks noChangeArrowheads="1"/>
          </p:cNvSpPr>
          <p:nvPr/>
        </p:nvSpPr>
        <p:spPr bwMode="auto">
          <a:xfrm>
            <a:off x="7924800" y="762000"/>
            <a:ext cx="3219450" cy="1682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69432" tIns="7500" rIns="69432" bIns="7500">
            <a:noAutofit/>
          </a:bodyPr>
          <a:lstStyle>
            <a:lvl1pPr defTabSz="908050">
              <a:defRPr sz="4000" b="1">
                <a:solidFill>
                  <a:srgbClr val="003399"/>
                </a:solidFill>
                <a:latin typeface="Arial" panose="020B0604020202090204" pitchFamily="34" charset="0"/>
              </a:defRPr>
            </a:lvl1pPr>
            <a:lvl2pPr marL="742950" indent="-285750" defTabSz="908050">
              <a:defRPr sz="4000" b="1">
                <a:solidFill>
                  <a:srgbClr val="003399"/>
                </a:solidFill>
                <a:latin typeface="Arial" panose="020B0604020202090204" pitchFamily="34" charset="0"/>
              </a:defRPr>
            </a:lvl2pPr>
            <a:lvl3pPr marL="1143000" indent="-228600" defTabSz="908050">
              <a:defRPr sz="4000" b="1">
                <a:solidFill>
                  <a:srgbClr val="003399"/>
                </a:solidFill>
                <a:latin typeface="Arial" panose="020B0604020202090204" pitchFamily="34" charset="0"/>
              </a:defRPr>
            </a:lvl3pPr>
            <a:lvl4pPr marL="1600200" indent="-228600" defTabSz="908050">
              <a:defRPr sz="4000" b="1">
                <a:solidFill>
                  <a:srgbClr val="003399"/>
                </a:solidFill>
                <a:latin typeface="Arial" panose="020B0604020202090204" pitchFamily="34" charset="0"/>
              </a:defRPr>
            </a:lvl4pPr>
            <a:lvl5pPr marL="2057400" indent="-228600" defTabSz="908050">
              <a:defRPr sz="4000" b="1">
                <a:solidFill>
                  <a:srgbClr val="003399"/>
                </a:solidFill>
                <a:latin typeface="Arial" panose="020B0604020202090204" pitchFamily="34" charset="0"/>
              </a:defRPr>
            </a:lvl5pPr>
            <a:lvl6pPr marL="2514600" indent="-228600" defTabSz="908050" eaLnBrk="0" fontAlgn="base" hangingPunct="0">
              <a:spcBef>
                <a:spcPct val="0"/>
              </a:spcBef>
              <a:spcAft>
                <a:spcPct val="0"/>
              </a:spcAft>
              <a:defRPr sz="4000" b="1">
                <a:solidFill>
                  <a:srgbClr val="003399"/>
                </a:solidFill>
                <a:latin typeface="Arial" panose="020B0604020202090204" pitchFamily="34" charset="0"/>
              </a:defRPr>
            </a:lvl6pPr>
            <a:lvl7pPr marL="2971800" indent="-228600" defTabSz="908050" eaLnBrk="0" fontAlgn="base" hangingPunct="0">
              <a:spcBef>
                <a:spcPct val="0"/>
              </a:spcBef>
              <a:spcAft>
                <a:spcPct val="0"/>
              </a:spcAft>
              <a:defRPr sz="4000" b="1">
                <a:solidFill>
                  <a:srgbClr val="003399"/>
                </a:solidFill>
                <a:latin typeface="Arial" panose="020B0604020202090204" pitchFamily="34" charset="0"/>
              </a:defRPr>
            </a:lvl7pPr>
            <a:lvl8pPr marL="3429000" indent="-228600" defTabSz="908050" eaLnBrk="0" fontAlgn="base" hangingPunct="0">
              <a:spcBef>
                <a:spcPct val="0"/>
              </a:spcBef>
              <a:spcAft>
                <a:spcPct val="0"/>
              </a:spcAft>
              <a:defRPr sz="4000" b="1">
                <a:solidFill>
                  <a:srgbClr val="003399"/>
                </a:solidFill>
                <a:latin typeface="Arial" panose="020B0604020202090204" pitchFamily="34" charset="0"/>
              </a:defRPr>
            </a:lvl8pPr>
            <a:lvl9pPr marL="3886200" indent="-228600" defTabSz="908050" eaLnBrk="0" fontAlgn="base" hangingPunct="0">
              <a:spcBef>
                <a:spcPct val="0"/>
              </a:spcBef>
              <a:spcAft>
                <a:spcPct val="0"/>
              </a:spcAft>
              <a:defRPr sz="4000" b="1">
                <a:solidFill>
                  <a:srgbClr val="003399"/>
                </a:solidFill>
                <a:latin typeface="Arial" panose="020B0604020202090204" pitchFamily="34" charset="0"/>
              </a:defRPr>
            </a:lvl9pPr>
          </a:lstStyle>
          <a:p>
            <a:pPr algn="ctr"/>
            <a:r>
              <a:rPr lang="en-US" altLang="zh-CN" sz="1000" dirty="0">
                <a:solidFill>
                  <a:schemeClr val="bg1"/>
                </a:solidFill>
                <a:latin typeface="Comic Sans MS Bold" panose="030F0902030302020204" charset="0"/>
                <a:cs typeface="Comic Sans MS Bold" panose="030F0902030302020204" charset="0"/>
              </a:rPr>
              <a:t>Contact: </a:t>
            </a:r>
            <a:r>
              <a:rPr lang="en-US" altLang="zh-CN" sz="1000" b="0" dirty="0">
                <a:solidFill>
                  <a:schemeClr val="bg1"/>
                </a:solidFill>
                <a:latin typeface="Comic Sans MS" panose="030F0902030302020204" charset="0"/>
                <a:cs typeface="Comic Sans MS" panose="030F0902030302020204" charset="0"/>
              </a:rPr>
              <a:t>panqiao2025@shanghaitech.edu.cn  </a:t>
            </a:r>
            <a:r>
              <a:rPr lang="en-US" altLang="zh-CN" sz="1000" dirty="0">
                <a:solidFill>
                  <a:schemeClr val="bg1"/>
                </a:solidFill>
                <a:latin typeface="Comic Sans MS Bold" panose="030F0902030302020204" charset="0"/>
                <a:cs typeface="Comic Sans MS Bold" panose="030F0902030302020204" charset="0"/>
              </a:rPr>
              <a:t>Or-&gt; </a:t>
            </a:r>
          </a:p>
        </p:txBody>
      </p:sp>
      <p:pic>
        <p:nvPicPr>
          <p:cNvPr id="82" name="图片 81" descr="IMG_0787"/>
          <p:cNvPicPr>
            <a:picLocks noChangeAspect="1"/>
          </p:cNvPicPr>
          <p:nvPr/>
        </p:nvPicPr>
        <p:blipFill>
          <a:blip r:embed="rId6"/>
          <a:srcRect l="10299" t="23269" r="10250" b="16685"/>
          <a:stretch>
            <a:fillRect/>
          </a:stretch>
        </p:blipFill>
        <p:spPr>
          <a:xfrm>
            <a:off x="11512486" y="68663"/>
            <a:ext cx="369570" cy="370205"/>
          </a:xfrm>
          <a:prstGeom prst="rect">
            <a:avLst/>
          </a:prstGeom>
        </p:spPr>
      </p:pic>
      <p:pic>
        <p:nvPicPr>
          <p:cNvPr id="3" name="图片 2">
            <a:extLst>
              <a:ext uri="{FF2B5EF4-FFF2-40B4-BE49-F238E27FC236}">
                <a16:creationId xmlns:a16="http://schemas.microsoft.com/office/drawing/2014/main" id="{C6FA28EF-F98F-5C7F-4549-3C84E5B19BDE}"/>
              </a:ext>
            </a:extLst>
          </p:cNvPr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4735"/>
          <a:stretch>
            <a:fillRect/>
          </a:stretch>
        </p:blipFill>
        <p:spPr>
          <a:xfrm>
            <a:off x="4074668" y="1493184"/>
            <a:ext cx="3996534" cy="1996908"/>
          </a:xfrm>
          <a:prstGeom prst="rect">
            <a:avLst/>
          </a:prstGeom>
        </p:spPr>
      </p:pic>
      <p:pic>
        <p:nvPicPr>
          <p:cNvPr id="5" name="图片 4">
            <a:extLst>
              <a:ext uri="{FF2B5EF4-FFF2-40B4-BE49-F238E27FC236}">
                <a16:creationId xmlns:a16="http://schemas.microsoft.com/office/drawing/2014/main" id="{71A7A0B6-C231-A30B-F326-1106C005F279}"/>
              </a:ext>
            </a:extLst>
          </p:cNvPr>
          <p:cNvPicPr>
            <a:picLocks noChangeAspect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2151" y="1540510"/>
            <a:ext cx="957185" cy="637837"/>
          </a:xfrm>
          <a:prstGeom prst="rect">
            <a:avLst/>
          </a:prstGeom>
        </p:spPr>
      </p:pic>
      <p:pic>
        <p:nvPicPr>
          <p:cNvPr id="7" name="图片 6">
            <a:extLst>
              <a:ext uri="{FF2B5EF4-FFF2-40B4-BE49-F238E27FC236}">
                <a16:creationId xmlns:a16="http://schemas.microsoft.com/office/drawing/2014/main" id="{D26C487B-B23B-9D85-4A70-CFCBC0D65308}"/>
              </a:ext>
            </a:extLst>
          </p:cNvPr>
          <p:cNvPicPr>
            <a:picLocks noChangeAspect="1"/>
          </p:cNvPicPr>
          <p:nvPr/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20773701">
            <a:off x="497776" y="739899"/>
            <a:ext cx="327816" cy="330092"/>
          </a:xfrm>
          <a:prstGeom prst="ellipse">
            <a:avLst/>
          </a:prstGeom>
        </p:spPr>
      </p:pic>
      <p:pic>
        <p:nvPicPr>
          <p:cNvPr id="9" name="图片 8">
            <a:extLst>
              <a:ext uri="{FF2B5EF4-FFF2-40B4-BE49-F238E27FC236}">
                <a16:creationId xmlns:a16="http://schemas.microsoft.com/office/drawing/2014/main" id="{9062BFDA-33F3-BB17-89E5-821C594D931B}"/>
              </a:ext>
            </a:extLst>
          </p:cNvPr>
          <p:cNvPicPr>
            <a:picLocks noChangeAspect="1"/>
          </p:cNvPicPr>
          <p:nvPr/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2151" y="2186704"/>
            <a:ext cx="3744049" cy="2043870"/>
          </a:xfrm>
          <a:prstGeom prst="rect">
            <a:avLst/>
          </a:prstGeom>
        </p:spPr>
      </p:pic>
      <p:sp>
        <p:nvSpPr>
          <p:cNvPr id="6" name="文本框 5">
            <a:extLst>
              <a:ext uri="{FF2B5EF4-FFF2-40B4-BE49-F238E27FC236}">
                <a16:creationId xmlns:a16="http://schemas.microsoft.com/office/drawing/2014/main" id="{2C28CAC3-99D0-8828-CDF4-DCD70BA145D6}"/>
              </a:ext>
            </a:extLst>
          </p:cNvPr>
          <p:cNvSpPr txBox="1"/>
          <p:nvPr/>
        </p:nvSpPr>
        <p:spPr>
          <a:xfrm>
            <a:off x="144866" y="4202604"/>
            <a:ext cx="3588933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US" altLang="zh-CN" sz="800" b="0" dirty="0">
                <a:solidFill>
                  <a:schemeClr val="tx1"/>
                </a:solidFill>
                <a:latin typeface="Calibri"/>
              </a:rPr>
              <a:t>TSP is algorithmically unique because it:</a:t>
            </a:r>
          </a:p>
          <a:p>
            <a:pPr algn="just"/>
            <a:r>
              <a:rPr lang="en-US" altLang="zh-CN" sz="800" b="0" dirty="0">
                <a:solidFill>
                  <a:schemeClr val="tx1"/>
                </a:solidFill>
                <a:latin typeface="Calibri"/>
              </a:rPr>
              <a:t>• Is </a:t>
            </a:r>
            <a:r>
              <a:rPr lang="en-US" altLang="zh-CN" sz="800" dirty="0">
                <a:solidFill>
                  <a:schemeClr val="tx1"/>
                </a:solidFill>
                <a:latin typeface="Calibri"/>
              </a:rPr>
              <a:t>NP-hard</a:t>
            </a:r>
            <a:r>
              <a:rPr lang="en-US" altLang="zh-CN" sz="800" b="0" dirty="0">
                <a:solidFill>
                  <a:schemeClr val="tx1"/>
                </a:solidFill>
                <a:latin typeface="Calibri"/>
              </a:rPr>
              <a:t>, yet admits a 1.5× constant-factor approximation (</a:t>
            </a:r>
            <a:r>
              <a:rPr lang="en-US" altLang="zh-CN" sz="800" b="0" dirty="0" err="1">
                <a:solidFill>
                  <a:schemeClr val="tx1"/>
                </a:solidFill>
                <a:latin typeface="Calibri"/>
              </a:rPr>
              <a:t>Christofides</a:t>
            </a:r>
            <a:r>
              <a:rPr lang="en-US" altLang="zh-CN" sz="800" b="0" dirty="0">
                <a:solidFill>
                  <a:schemeClr val="tx1"/>
                </a:solidFill>
                <a:latin typeface="Calibri"/>
              </a:rPr>
              <a:t>)</a:t>
            </a:r>
          </a:p>
          <a:p>
            <a:pPr algn="just"/>
            <a:r>
              <a:rPr lang="en-US" altLang="zh-CN" sz="800" b="0" dirty="0">
                <a:solidFill>
                  <a:schemeClr val="tx1"/>
                </a:solidFill>
                <a:latin typeface="Calibri"/>
              </a:rPr>
              <a:t>• Is </a:t>
            </a:r>
            <a:r>
              <a:rPr lang="en-US" altLang="zh-CN" sz="800" dirty="0">
                <a:solidFill>
                  <a:srgbClr val="38B4AF"/>
                </a:solidFill>
                <a:latin typeface="Calibri"/>
              </a:rPr>
              <a:t>simple enough </a:t>
            </a:r>
            <a:r>
              <a:rPr lang="en-US" altLang="zh-CN" sz="800" b="0" dirty="0">
                <a:solidFill>
                  <a:schemeClr val="tx1"/>
                </a:solidFill>
                <a:latin typeface="Calibri"/>
              </a:rPr>
              <a:t>for deep learning to </a:t>
            </a:r>
            <a:r>
              <a:rPr lang="en-US" altLang="zh-CN" sz="800" dirty="0">
                <a:solidFill>
                  <a:srgbClr val="38B4AF"/>
                </a:solidFill>
                <a:latin typeface="Calibri"/>
              </a:rPr>
              <a:t>learn useful heuristics</a:t>
            </a:r>
          </a:p>
          <a:p>
            <a:pPr algn="just"/>
            <a:r>
              <a:rPr lang="en-US" altLang="zh-CN" sz="800" b="0" dirty="0">
                <a:solidFill>
                  <a:schemeClr val="tx1"/>
                </a:solidFill>
                <a:latin typeface="Calibri"/>
              </a:rPr>
              <a:t>• Is </a:t>
            </a:r>
            <a:r>
              <a:rPr lang="en-US" altLang="zh-CN" sz="800" dirty="0">
                <a:solidFill>
                  <a:srgbClr val="38B4AF"/>
                </a:solidFill>
                <a:latin typeface="Calibri"/>
              </a:rPr>
              <a:t>complex enough </a:t>
            </a:r>
            <a:r>
              <a:rPr lang="en-US" altLang="zh-CN" sz="800" b="0" dirty="0">
                <a:solidFill>
                  <a:schemeClr val="tx1"/>
                </a:solidFill>
                <a:latin typeface="Calibri"/>
              </a:rPr>
              <a:t>that </a:t>
            </a:r>
            <a:r>
              <a:rPr lang="en-US" altLang="zh-CN" sz="800" dirty="0">
                <a:solidFill>
                  <a:srgbClr val="A50021"/>
                </a:solidFill>
                <a:latin typeface="Calibri"/>
              </a:rPr>
              <a:t>pure ML fails </a:t>
            </a:r>
            <a:r>
              <a:rPr lang="en-US" altLang="zh-CN" sz="800" b="0" dirty="0">
                <a:solidFill>
                  <a:schemeClr val="tx1"/>
                </a:solidFill>
                <a:latin typeface="Calibri"/>
              </a:rPr>
              <a:t>without classical components</a:t>
            </a:r>
          </a:p>
          <a:p>
            <a:pPr algn="just"/>
            <a:r>
              <a:rPr lang="en-US" altLang="zh-CN" sz="800" b="0" dirty="0">
                <a:solidFill>
                  <a:schemeClr val="tx1"/>
                </a:solidFill>
                <a:latin typeface="Calibri"/>
              </a:rPr>
              <a:t>• Serves as the </a:t>
            </a:r>
            <a:r>
              <a:rPr lang="en-US" altLang="zh-CN" sz="800" dirty="0">
                <a:solidFill>
                  <a:schemeClr val="tx1"/>
                </a:solidFill>
                <a:latin typeface="Calibri"/>
              </a:rPr>
              <a:t>canonical benchmark </a:t>
            </a:r>
            <a:r>
              <a:rPr lang="en-US" altLang="zh-CN" sz="800" b="0" dirty="0">
                <a:solidFill>
                  <a:schemeClr val="tx1"/>
                </a:solidFill>
                <a:latin typeface="Calibri"/>
              </a:rPr>
              <a:t>for new algorithmic ideas</a:t>
            </a:r>
          </a:p>
        </p:txBody>
      </p:sp>
      <p:pic>
        <p:nvPicPr>
          <p:cNvPr id="16" name="图片 15">
            <a:extLst>
              <a:ext uri="{FF2B5EF4-FFF2-40B4-BE49-F238E27FC236}">
                <a16:creationId xmlns:a16="http://schemas.microsoft.com/office/drawing/2014/main" id="{EAC69922-A350-A588-3B1F-F3C822978E7D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03505" y="5746911"/>
            <a:ext cx="3810506" cy="992199"/>
          </a:xfrm>
          <a:prstGeom prst="rect">
            <a:avLst/>
          </a:prstGeom>
        </p:spPr>
      </p:pic>
      <p:sp>
        <p:nvSpPr>
          <p:cNvPr id="19" name="文本框 18">
            <a:extLst>
              <a:ext uri="{FF2B5EF4-FFF2-40B4-BE49-F238E27FC236}">
                <a16:creationId xmlns:a16="http://schemas.microsoft.com/office/drawing/2014/main" id="{3414A48F-4D79-26BA-FBDD-DC2EE7016268}"/>
              </a:ext>
            </a:extLst>
          </p:cNvPr>
          <p:cNvSpPr txBox="1"/>
          <p:nvPr/>
        </p:nvSpPr>
        <p:spPr>
          <a:xfrm>
            <a:off x="19061" y="5177850"/>
            <a:ext cx="4007946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US" altLang="zh-CN" sz="800" b="0" dirty="0">
                <a:solidFill>
                  <a:schemeClr val="tx1"/>
                </a:solidFill>
                <a:latin typeface="Calibri"/>
              </a:rPr>
              <a:t>• </a:t>
            </a:r>
            <a:r>
              <a:rPr lang="en-US" altLang="zh-CN" sz="800" dirty="0">
                <a:solidFill>
                  <a:schemeClr val="tx1"/>
                </a:solidFill>
                <a:latin typeface="Calibri"/>
              </a:rPr>
              <a:t>Nearest Neighbor</a:t>
            </a:r>
            <a:r>
              <a:rPr lang="en-US" altLang="zh-CN" sz="800" b="0" dirty="0">
                <a:solidFill>
                  <a:schemeClr val="tx1"/>
                </a:solidFill>
                <a:latin typeface="Calibri"/>
              </a:rPr>
              <a:t>—</a:t>
            </a:r>
            <a:r>
              <a:rPr lang="en-US" altLang="zh-CN" sz="800" dirty="0">
                <a:solidFill>
                  <a:srgbClr val="38B4AF"/>
                </a:solidFill>
                <a:latin typeface="Calibri"/>
              </a:rPr>
              <a:t>Greedy baseline</a:t>
            </a:r>
            <a:r>
              <a:rPr lang="en-US" altLang="zh-CN" sz="800" b="0" dirty="0">
                <a:solidFill>
                  <a:schemeClr val="tx1"/>
                </a:solidFill>
                <a:latin typeface="Calibri"/>
              </a:rPr>
              <a:t>: repeatedly visits closest unvisited node</a:t>
            </a:r>
          </a:p>
          <a:p>
            <a:pPr algn="just"/>
            <a:r>
              <a:rPr lang="en-US" altLang="zh-CN" sz="800" b="0" dirty="0">
                <a:solidFill>
                  <a:schemeClr val="tx1"/>
                </a:solidFill>
                <a:latin typeface="Calibri"/>
              </a:rPr>
              <a:t>• </a:t>
            </a:r>
            <a:r>
              <a:rPr lang="en-US" altLang="zh-CN" sz="800" dirty="0" err="1">
                <a:solidFill>
                  <a:schemeClr val="tx1"/>
                </a:solidFill>
                <a:latin typeface="Calibri"/>
              </a:rPr>
              <a:t>Christofides</a:t>
            </a:r>
            <a:r>
              <a:rPr lang="en-US" altLang="zh-CN" sz="800" b="0" dirty="0">
                <a:solidFill>
                  <a:schemeClr val="tx1"/>
                </a:solidFill>
                <a:latin typeface="Calibri"/>
              </a:rPr>
              <a:t> —The only </a:t>
            </a:r>
            <a:r>
              <a:rPr lang="en-US" altLang="zh-CN" sz="800" dirty="0">
                <a:solidFill>
                  <a:srgbClr val="38B4AF"/>
                </a:solidFill>
                <a:latin typeface="Calibri"/>
              </a:rPr>
              <a:t>polynomial</a:t>
            </a:r>
            <a:r>
              <a:rPr lang="en-US" altLang="zh-CN" sz="800" b="0" dirty="0">
                <a:solidFill>
                  <a:schemeClr val="tx1"/>
                </a:solidFill>
                <a:latin typeface="Calibri"/>
              </a:rPr>
              <a:t>:</a:t>
            </a:r>
            <a:r>
              <a:rPr lang="zh-CN" altLang="en-US" sz="800" b="0" dirty="0">
                <a:solidFill>
                  <a:schemeClr val="tx1"/>
                </a:solidFill>
                <a:latin typeface="Calibri"/>
              </a:rPr>
              <a:t> </a:t>
            </a:r>
            <a:r>
              <a:rPr lang="en-US" altLang="zh-CN" sz="800" b="0" dirty="0">
                <a:solidFill>
                  <a:schemeClr val="tx1"/>
                </a:solidFill>
                <a:latin typeface="Calibri"/>
              </a:rPr>
              <a:t>MST → Blossom MWPM → Eulerian shortcut</a:t>
            </a:r>
          </a:p>
          <a:p>
            <a:pPr algn="just"/>
            <a:r>
              <a:rPr lang="en-US" altLang="zh-CN" sz="800" b="0" dirty="0">
                <a:solidFill>
                  <a:schemeClr val="tx1"/>
                </a:solidFill>
                <a:latin typeface="Calibri"/>
              </a:rPr>
              <a:t>• </a:t>
            </a:r>
            <a:r>
              <a:rPr lang="en-US" altLang="zh-CN" sz="800" dirty="0">
                <a:solidFill>
                  <a:schemeClr val="tx1"/>
                </a:solidFill>
                <a:latin typeface="Calibri"/>
              </a:rPr>
              <a:t>C+2opt</a:t>
            </a:r>
            <a:r>
              <a:rPr lang="en-US" altLang="zh-CN" sz="800" b="0" dirty="0">
                <a:solidFill>
                  <a:schemeClr val="tx1"/>
                </a:solidFill>
                <a:latin typeface="Calibri"/>
              </a:rPr>
              <a:t> —</a:t>
            </a:r>
            <a:r>
              <a:rPr lang="en-US" altLang="zh-CN" sz="800" dirty="0" err="1">
                <a:solidFill>
                  <a:srgbClr val="38B4AF"/>
                </a:solidFill>
                <a:latin typeface="Calibri"/>
              </a:rPr>
              <a:t>Christofides</a:t>
            </a:r>
            <a:r>
              <a:rPr lang="en-US" altLang="zh-CN" sz="800" dirty="0">
                <a:solidFill>
                  <a:srgbClr val="38B4AF"/>
                </a:solidFill>
                <a:latin typeface="Calibri"/>
              </a:rPr>
              <a:t> followed by 2-opt </a:t>
            </a:r>
            <a:r>
              <a:rPr lang="en-US" altLang="zh-CN" sz="800" b="0" dirty="0">
                <a:solidFill>
                  <a:schemeClr val="tx1"/>
                </a:solidFill>
                <a:latin typeface="Calibri"/>
              </a:rPr>
              <a:t>local search that eliminates crossing edge pairs   </a:t>
            </a:r>
          </a:p>
          <a:p>
            <a:pPr algn="just"/>
            <a:r>
              <a:rPr lang="en-US" altLang="zh-CN" sz="800" b="0" dirty="0">
                <a:solidFill>
                  <a:schemeClr val="tx1"/>
                </a:solidFill>
                <a:latin typeface="Calibri"/>
              </a:rPr>
              <a:t>• </a:t>
            </a:r>
            <a:r>
              <a:rPr lang="en-US" altLang="zh-CN" sz="800" dirty="0">
                <a:solidFill>
                  <a:schemeClr val="tx1"/>
                </a:solidFill>
                <a:latin typeface="Calibri"/>
              </a:rPr>
              <a:t>LKH3</a:t>
            </a:r>
            <a:r>
              <a:rPr lang="en-US" altLang="zh-CN" sz="800" b="0" dirty="0">
                <a:solidFill>
                  <a:schemeClr val="tx1"/>
                </a:solidFill>
                <a:latin typeface="Calibri"/>
              </a:rPr>
              <a:t>—Generalizes </a:t>
            </a:r>
            <a:r>
              <a:rPr lang="en-US" altLang="zh-CN" sz="800" dirty="0">
                <a:solidFill>
                  <a:srgbClr val="38B4AF"/>
                </a:solidFill>
                <a:latin typeface="Calibri"/>
              </a:rPr>
              <a:t>k-opt</a:t>
            </a:r>
            <a:r>
              <a:rPr lang="en-US" altLang="zh-CN" sz="800" b="0" dirty="0">
                <a:solidFill>
                  <a:schemeClr val="tx1"/>
                </a:solidFill>
                <a:latin typeface="Calibri"/>
              </a:rPr>
              <a:t> moves guided by </a:t>
            </a:r>
            <a:r>
              <a:rPr lang="el-GR" altLang="zh-CN" sz="800" b="0" dirty="0">
                <a:solidFill>
                  <a:schemeClr val="tx1"/>
                </a:solidFill>
                <a:latin typeface="Calibri"/>
              </a:rPr>
              <a:t>α-</a:t>
            </a:r>
            <a:r>
              <a:rPr lang="en-US" altLang="zh-CN" sz="800" b="0" dirty="0">
                <a:solidFill>
                  <a:schemeClr val="tx1"/>
                </a:solidFill>
                <a:latin typeface="Calibri"/>
              </a:rPr>
              <a:t>nearness from minimum 1-trees</a:t>
            </a:r>
          </a:p>
        </p:txBody>
      </p:sp>
      <p:sp>
        <p:nvSpPr>
          <p:cNvPr id="49" name="Text Box 2"/>
          <p:cNvSpPr txBox="1">
            <a:spLocks noChangeArrowheads="1"/>
          </p:cNvSpPr>
          <p:nvPr/>
        </p:nvSpPr>
        <p:spPr bwMode="auto">
          <a:xfrm>
            <a:off x="4107985" y="4703467"/>
            <a:ext cx="4026365" cy="347980"/>
          </a:xfrm>
          <a:prstGeom prst="rect">
            <a:avLst/>
          </a:prstGeom>
          <a:solidFill>
            <a:srgbClr val="38B4AF">
              <a:alpha val="71000"/>
            </a:srgbClr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69432" tIns="36195" rIns="69432" bIns="36195">
            <a:noAutofit/>
          </a:bodyPr>
          <a:lstStyle>
            <a:lvl1pPr defTabSz="908050">
              <a:defRPr sz="4000" b="1">
                <a:solidFill>
                  <a:srgbClr val="003399"/>
                </a:solidFill>
                <a:latin typeface="Arial" panose="020B0604020202090204" pitchFamily="34" charset="0"/>
              </a:defRPr>
            </a:lvl1pPr>
            <a:lvl2pPr marL="742950" indent="-285750" defTabSz="908050">
              <a:defRPr sz="4000" b="1">
                <a:solidFill>
                  <a:srgbClr val="003399"/>
                </a:solidFill>
                <a:latin typeface="Arial" panose="020B0604020202090204" pitchFamily="34" charset="0"/>
              </a:defRPr>
            </a:lvl2pPr>
            <a:lvl3pPr marL="1143000" indent="-228600" defTabSz="908050">
              <a:defRPr sz="4000" b="1">
                <a:solidFill>
                  <a:srgbClr val="003399"/>
                </a:solidFill>
                <a:latin typeface="Arial" panose="020B0604020202090204" pitchFamily="34" charset="0"/>
              </a:defRPr>
            </a:lvl3pPr>
            <a:lvl4pPr marL="1600200" indent="-228600" defTabSz="908050">
              <a:defRPr sz="4000" b="1">
                <a:solidFill>
                  <a:srgbClr val="003399"/>
                </a:solidFill>
                <a:latin typeface="Arial" panose="020B0604020202090204" pitchFamily="34" charset="0"/>
              </a:defRPr>
            </a:lvl4pPr>
            <a:lvl5pPr marL="2057400" indent="-228600" defTabSz="908050">
              <a:defRPr sz="4000" b="1">
                <a:solidFill>
                  <a:srgbClr val="003399"/>
                </a:solidFill>
                <a:latin typeface="Arial" panose="020B0604020202090204" pitchFamily="34" charset="0"/>
              </a:defRPr>
            </a:lvl5pPr>
            <a:lvl6pPr marL="2514600" indent="-228600" defTabSz="908050" eaLnBrk="0" fontAlgn="base" hangingPunct="0">
              <a:spcBef>
                <a:spcPct val="0"/>
              </a:spcBef>
              <a:spcAft>
                <a:spcPct val="0"/>
              </a:spcAft>
              <a:defRPr sz="4000" b="1">
                <a:solidFill>
                  <a:srgbClr val="003399"/>
                </a:solidFill>
                <a:latin typeface="Arial" panose="020B0604020202090204" pitchFamily="34" charset="0"/>
              </a:defRPr>
            </a:lvl6pPr>
            <a:lvl7pPr marL="2971800" indent="-228600" defTabSz="908050" eaLnBrk="0" fontAlgn="base" hangingPunct="0">
              <a:spcBef>
                <a:spcPct val="0"/>
              </a:spcBef>
              <a:spcAft>
                <a:spcPct val="0"/>
              </a:spcAft>
              <a:defRPr sz="4000" b="1">
                <a:solidFill>
                  <a:srgbClr val="003399"/>
                </a:solidFill>
                <a:latin typeface="Arial" panose="020B0604020202090204" pitchFamily="34" charset="0"/>
              </a:defRPr>
            </a:lvl7pPr>
            <a:lvl8pPr marL="3429000" indent="-228600" defTabSz="908050" eaLnBrk="0" fontAlgn="base" hangingPunct="0">
              <a:spcBef>
                <a:spcPct val="0"/>
              </a:spcBef>
              <a:spcAft>
                <a:spcPct val="0"/>
              </a:spcAft>
              <a:defRPr sz="4000" b="1">
                <a:solidFill>
                  <a:srgbClr val="003399"/>
                </a:solidFill>
                <a:latin typeface="Arial" panose="020B0604020202090204" pitchFamily="34" charset="0"/>
              </a:defRPr>
            </a:lvl8pPr>
            <a:lvl9pPr marL="3886200" indent="-228600" defTabSz="908050" eaLnBrk="0" fontAlgn="base" hangingPunct="0">
              <a:spcBef>
                <a:spcPct val="0"/>
              </a:spcBef>
              <a:spcAft>
                <a:spcPct val="0"/>
              </a:spcAft>
              <a:defRPr sz="4000" b="1">
                <a:solidFill>
                  <a:srgbClr val="003399"/>
                </a:solidFill>
                <a:latin typeface="Arial" panose="020B0604020202090204" pitchFamily="34" charset="0"/>
              </a:defRPr>
            </a:lvl9pPr>
          </a:lstStyle>
          <a:p>
            <a:pPr marL="0" indent="0" algn="ctr" latinLnBrk="0">
              <a:lnSpc>
                <a:spcPct val="100000"/>
              </a:lnSpc>
              <a:spcBef>
                <a:spcPts val="0"/>
              </a:spcBef>
            </a:pPr>
            <a:r>
              <a:rPr sz="1600" dirty="0">
                <a:solidFill>
                  <a:schemeClr val="bg1"/>
                </a:solidFill>
                <a:latin typeface="Comic Sans MS Bold"/>
              </a:rPr>
              <a:t>Experiments</a:t>
            </a:r>
            <a:r>
              <a:rPr lang="en-US" sz="1600" dirty="0">
                <a:solidFill>
                  <a:schemeClr val="bg1"/>
                </a:solidFill>
                <a:latin typeface="Comic Sans MS Bold"/>
              </a:rPr>
              <a:t> &amp; </a:t>
            </a:r>
            <a:r>
              <a:rPr lang="en-US" altLang="zh-CN" sz="1600" dirty="0">
                <a:solidFill>
                  <a:schemeClr val="bg1"/>
                </a:solidFill>
                <a:latin typeface="Comic Sans MS Bold"/>
              </a:rPr>
              <a:t>Improvements</a:t>
            </a:r>
            <a:endParaRPr lang="en-US" altLang="zh-CN" sz="1600" dirty="0">
              <a:solidFill>
                <a:schemeClr val="bg1"/>
              </a:solidFill>
              <a:latin typeface="Comic Sans MS Bold" panose="030F0902030302020204" charset="0"/>
              <a:cs typeface="Comic Sans MS Bold" panose="030F0902030302020204" charset="0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C7EEF16D-8093-E491-3A62-E0C2B76F77F9}"/>
              </a:ext>
            </a:extLst>
          </p:cNvPr>
          <p:cNvSpPr txBox="1"/>
          <p:nvPr/>
        </p:nvSpPr>
        <p:spPr>
          <a:xfrm>
            <a:off x="7774710" y="4692780"/>
            <a:ext cx="265430" cy="358775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noAutofit/>
          </a:bodyPr>
          <a:lstStyle/>
          <a:p>
            <a:endParaRPr lang="zh-CN" altLang="en-US"/>
          </a:p>
        </p:txBody>
      </p:sp>
      <p:pic>
        <p:nvPicPr>
          <p:cNvPr id="65" name="图片 64" descr="IMG_0769"/>
          <p:cNvPicPr>
            <a:picLocks noChangeAspect="1"/>
          </p:cNvPicPr>
          <p:nvPr/>
        </p:nvPicPr>
        <p:blipFill>
          <a:blip r:embed="rId12">
            <a:clrChange>
              <a:clrFrom>
                <a:srgbClr val="FBFBFB">
                  <a:alpha val="100000"/>
                </a:srgbClr>
              </a:clrFrom>
              <a:clrTo>
                <a:srgbClr val="FBFBFB">
                  <a:alpha val="100000"/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7629754" y="4571628"/>
            <a:ext cx="573405" cy="573405"/>
          </a:xfrm>
          <a:prstGeom prst="rect">
            <a:avLst/>
          </a:prstGeom>
        </p:spPr>
      </p:pic>
      <p:grpSp>
        <p:nvGrpSpPr>
          <p:cNvPr id="12" name="组合 11">
            <a:extLst>
              <a:ext uri="{FF2B5EF4-FFF2-40B4-BE49-F238E27FC236}">
                <a16:creationId xmlns:a16="http://schemas.microsoft.com/office/drawing/2014/main" id="{F8D910DC-87A0-8502-ED10-464FBCD2A826}"/>
              </a:ext>
            </a:extLst>
          </p:cNvPr>
          <p:cNvGrpSpPr/>
          <p:nvPr/>
        </p:nvGrpSpPr>
        <p:grpSpPr>
          <a:xfrm>
            <a:off x="121459" y="4743478"/>
            <a:ext cx="3966210" cy="573405"/>
            <a:chOff x="121459" y="4743478"/>
            <a:chExt cx="3966210" cy="573405"/>
          </a:xfrm>
        </p:grpSpPr>
        <p:sp>
          <p:nvSpPr>
            <p:cNvPr id="28" name="Text Box 2"/>
            <p:cNvSpPr txBox="1">
              <a:spLocks noChangeArrowheads="1"/>
            </p:cNvSpPr>
            <p:nvPr/>
          </p:nvSpPr>
          <p:spPr bwMode="auto">
            <a:xfrm>
              <a:off x="121459" y="4861588"/>
              <a:ext cx="3928745" cy="347980"/>
            </a:xfrm>
            <a:prstGeom prst="rect">
              <a:avLst/>
            </a:prstGeom>
            <a:solidFill>
              <a:srgbClr val="38B4AF">
                <a:alpha val="71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 lIns="69432" tIns="36195" rIns="69432" bIns="36195">
              <a:noAutofit/>
            </a:bodyPr>
            <a:lstStyle>
              <a:lvl1pPr defTabSz="908050">
                <a:defRPr sz="4000" b="1">
                  <a:solidFill>
                    <a:srgbClr val="003399"/>
                  </a:solidFill>
                  <a:latin typeface="Arial" panose="020B0604020202090204" pitchFamily="34" charset="0"/>
                </a:defRPr>
              </a:lvl1pPr>
              <a:lvl2pPr marL="742950" indent="-285750" defTabSz="908050">
                <a:defRPr sz="4000" b="1">
                  <a:solidFill>
                    <a:srgbClr val="003399"/>
                  </a:solidFill>
                  <a:latin typeface="Arial" panose="020B0604020202090204" pitchFamily="34" charset="0"/>
                </a:defRPr>
              </a:lvl2pPr>
              <a:lvl3pPr marL="1143000" indent="-228600" defTabSz="908050">
                <a:defRPr sz="4000" b="1">
                  <a:solidFill>
                    <a:srgbClr val="003399"/>
                  </a:solidFill>
                  <a:latin typeface="Arial" panose="020B0604020202090204" pitchFamily="34" charset="0"/>
                </a:defRPr>
              </a:lvl3pPr>
              <a:lvl4pPr marL="1600200" indent="-228600" defTabSz="908050">
                <a:defRPr sz="4000" b="1">
                  <a:solidFill>
                    <a:srgbClr val="003399"/>
                  </a:solidFill>
                  <a:latin typeface="Arial" panose="020B0604020202090204" pitchFamily="34" charset="0"/>
                </a:defRPr>
              </a:lvl4pPr>
              <a:lvl5pPr marL="2057400" indent="-228600" defTabSz="908050">
                <a:defRPr sz="4000" b="1">
                  <a:solidFill>
                    <a:srgbClr val="003399"/>
                  </a:solidFill>
                  <a:latin typeface="Arial" panose="020B0604020202090204" pitchFamily="34" charset="0"/>
                </a:defRPr>
              </a:lvl5pPr>
              <a:lvl6pPr marL="2514600" indent="-228600" defTabSz="908050" eaLnBrk="0" fontAlgn="base" hangingPunct="0">
                <a:spcBef>
                  <a:spcPct val="0"/>
                </a:spcBef>
                <a:spcAft>
                  <a:spcPct val="0"/>
                </a:spcAft>
                <a:defRPr sz="4000" b="1">
                  <a:solidFill>
                    <a:srgbClr val="003399"/>
                  </a:solidFill>
                  <a:latin typeface="Arial" panose="020B0604020202090204" pitchFamily="34" charset="0"/>
                </a:defRPr>
              </a:lvl6pPr>
              <a:lvl7pPr marL="2971800" indent="-228600" defTabSz="908050" eaLnBrk="0" fontAlgn="base" hangingPunct="0">
                <a:spcBef>
                  <a:spcPct val="0"/>
                </a:spcBef>
                <a:spcAft>
                  <a:spcPct val="0"/>
                </a:spcAft>
                <a:defRPr sz="4000" b="1">
                  <a:solidFill>
                    <a:srgbClr val="003399"/>
                  </a:solidFill>
                  <a:latin typeface="Arial" panose="020B0604020202090204" pitchFamily="34" charset="0"/>
                </a:defRPr>
              </a:lvl7pPr>
              <a:lvl8pPr marL="3429000" indent="-228600" defTabSz="908050" eaLnBrk="0" fontAlgn="base" hangingPunct="0">
                <a:spcBef>
                  <a:spcPct val="0"/>
                </a:spcBef>
                <a:spcAft>
                  <a:spcPct val="0"/>
                </a:spcAft>
                <a:defRPr sz="4000" b="1">
                  <a:solidFill>
                    <a:srgbClr val="003399"/>
                  </a:solidFill>
                  <a:latin typeface="Arial" panose="020B0604020202090204" pitchFamily="34" charset="0"/>
                </a:defRPr>
              </a:lvl8pPr>
              <a:lvl9pPr marL="3886200" indent="-228600" defTabSz="908050" eaLnBrk="0" fontAlgn="base" hangingPunct="0">
                <a:spcBef>
                  <a:spcPct val="0"/>
                </a:spcBef>
                <a:spcAft>
                  <a:spcPct val="0"/>
                </a:spcAft>
                <a:defRPr sz="4000" b="1">
                  <a:solidFill>
                    <a:srgbClr val="003399"/>
                  </a:solidFill>
                  <a:latin typeface="Arial" panose="020B0604020202090204" pitchFamily="34" charset="0"/>
                </a:defRPr>
              </a:lvl9pPr>
            </a:lstStyle>
            <a:p>
              <a:pPr marL="0" indent="0" algn="ctr" latinLnBrk="0">
                <a:lnSpc>
                  <a:spcPct val="100000"/>
                </a:lnSpc>
                <a:spcBef>
                  <a:spcPts val="0"/>
                </a:spcBef>
              </a:pPr>
              <a:r>
                <a:rPr lang="en-US" altLang="zh-CN" sz="1600" dirty="0">
                  <a:solidFill>
                    <a:schemeClr val="bg1"/>
                  </a:solidFill>
                  <a:latin typeface="Comic Sans MS Bold"/>
                  <a:cs typeface="Comic Sans MS Bold" panose="030F0902030302020204" charset="0"/>
                </a:rPr>
                <a:t>Algorithm Landscape</a:t>
              </a:r>
              <a:endParaRPr lang="en-US" altLang="zh-CN" sz="1600" dirty="0">
                <a:solidFill>
                  <a:schemeClr val="bg1"/>
                </a:solidFill>
                <a:latin typeface="Comic Sans MS Bold" panose="030F0902030302020204" charset="0"/>
                <a:cs typeface="Comic Sans MS Bold" panose="030F0902030302020204" charset="0"/>
              </a:endParaRPr>
            </a:p>
          </p:txBody>
        </p:sp>
        <p:sp>
          <p:nvSpPr>
            <p:cNvPr id="63" name="文本框 62"/>
            <p:cNvSpPr txBox="1"/>
            <p:nvPr/>
          </p:nvSpPr>
          <p:spPr>
            <a:xfrm>
              <a:off x="3640455" y="4860570"/>
              <a:ext cx="265430" cy="358775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rtlCol="0">
              <a:noAutofit/>
            </a:bodyPr>
            <a:lstStyle/>
            <a:p>
              <a:endParaRPr lang="zh-CN" altLang="en-US"/>
            </a:p>
          </p:txBody>
        </p:sp>
        <p:pic>
          <p:nvPicPr>
            <p:cNvPr id="42" name="图片 41" descr="IMG_0765"/>
            <p:cNvPicPr>
              <a:picLocks noChangeAspect="1"/>
            </p:cNvPicPr>
            <p:nvPr/>
          </p:nvPicPr>
          <p:blipFill>
            <a:blip r:embed="rId13">
              <a:clrChange>
                <a:clrFrom>
                  <a:srgbClr val="FBFBFB">
                    <a:alpha val="100000"/>
                  </a:srgbClr>
                </a:clrFrom>
                <a:clrTo>
                  <a:srgbClr val="FBFBFB">
                    <a:alpha val="100000"/>
                    <a:alpha val="0"/>
                  </a:srgbClr>
                </a:clrTo>
              </a:clrChange>
            </a:blip>
            <a:stretch>
              <a:fillRect/>
            </a:stretch>
          </p:blipFill>
          <p:spPr>
            <a:xfrm>
              <a:off x="3514264" y="4743478"/>
              <a:ext cx="573405" cy="573405"/>
            </a:xfrm>
            <a:prstGeom prst="rect">
              <a:avLst/>
            </a:prstGeom>
          </p:spPr>
        </p:pic>
      </p:grpSp>
      <p:pic>
        <p:nvPicPr>
          <p:cNvPr id="15" name="图片 14">
            <a:extLst>
              <a:ext uri="{FF2B5EF4-FFF2-40B4-BE49-F238E27FC236}">
                <a16:creationId xmlns:a16="http://schemas.microsoft.com/office/drawing/2014/main" id="{AED82ADF-9CCB-BDD0-5F0E-073693920282}"/>
              </a:ext>
            </a:extLst>
          </p:cNvPr>
          <p:cNvPicPr>
            <a:picLocks noChangeAspect="1"/>
          </p:cNvPicPr>
          <p:nvPr/>
        </p:nvPicPr>
        <p:blipFill>
          <a:blip r:embed="rId1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8203159" y="1934000"/>
            <a:ext cx="3905218" cy="2179657"/>
          </a:xfrm>
          <a:prstGeom prst="rect">
            <a:avLst/>
          </a:prstGeom>
        </p:spPr>
      </p:pic>
      <p:pic>
        <p:nvPicPr>
          <p:cNvPr id="26" name="图片 25">
            <a:extLst>
              <a:ext uri="{FF2B5EF4-FFF2-40B4-BE49-F238E27FC236}">
                <a16:creationId xmlns:a16="http://schemas.microsoft.com/office/drawing/2014/main" id="{C52512DE-2C71-8FE3-04D2-AD3B3E81B5FB}"/>
              </a:ext>
            </a:extLst>
      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10013827" y="1025652"/>
            <a:ext cx="2111117" cy="913712"/>
          </a:xfrm>
          <a:prstGeom prst="rect">
            <a:avLst/>
          </a:prstGeom>
        </p:spPr>
      </p:pic>
      <p:pic>
        <p:nvPicPr>
          <p:cNvPr id="30" name="图片 29">
            <a:extLst>
              <a:ext uri="{FF2B5EF4-FFF2-40B4-BE49-F238E27FC236}">
                <a16:creationId xmlns:a16="http://schemas.microsoft.com/office/drawing/2014/main" id="{9A7823DA-14C7-93F5-D203-041EF3A2BA6E}"/>
              </a:ext>
            </a:extLst>
          </p:cNvPr>
          <p:cNvPicPr>
            <a:picLocks noChangeAspect="1"/>
          </p:cNvPicPr>
          <p:nvPr/>
        </p:nvPicPr>
        <p:blipFill>
          <a:blip r:embed="rId1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81823" y="1275815"/>
            <a:ext cx="2071682" cy="522424"/>
          </a:xfrm>
          <a:prstGeom prst="rect">
            <a:avLst/>
          </a:prstGeom>
        </p:spPr>
      </p:pic>
      <p:sp>
        <p:nvSpPr>
          <p:cNvPr id="32" name="Text Box 3">
            <a:extLst>
              <a:ext uri="{FF2B5EF4-FFF2-40B4-BE49-F238E27FC236}">
                <a16:creationId xmlns:a16="http://schemas.microsoft.com/office/drawing/2014/main" id="{9B5765C0-65D9-A547-5AED-B51C714E5A4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101899" y="5093465"/>
            <a:ext cx="2106257" cy="149247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75750" tIns="7500" rIns="37875" bIns="7500">
            <a:spAutoFit/>
          </a:bodyPr>
          <a:lstStyle>
            <a:lvl1pPr defTabSz="908050">
              <a:tabLst>
                <a:tab pos="914400" algn="l"/>
              </a:tabLst>
              <a:defRPr sz="4000" b="1">
                <a:solidFill>
                  <a:srgbClr val="003399"/>
                </a:solidFill>
                <a:latin typeface="Arial" panose="020B0604020202090204" pitchFamily="34" charset="0"/>
              </a:defRPr>
            </a:lvl1pPr>
            <a:lvl2pPr marL="742950" indent="-285750" defTabSz="908050">
              <a:tabLst>
                <a:tab pos="914400" algn="l"/>
              </a:tabLst>
              <a:defRPr sz="4000" b="1">
                <a:solidFill>
                  <a:srgbClr val="003399"/>
                </a:solidFill>
                <a:latin typeface="Arial" panose="020B0604020202090204" pitchFamily="34" charset="0"/>
              </a:defRPr>
            </a:lvl2pPr>
            <a:lvl3pPr marL="1143000" indent="-228600" defTabSz="908050">
              <a:tabLst>
                <a:tab pos="914400" algn="l"/>
              </a:tabLst>
              <a:defRPr sz="4000" b="1">
                <a:solidFill>
                  <a:srgbClr val="003399"/>
                </a:solidFill>
                <a:latin typeface="Arial" panose="020B0604020202090204" pitchFamily="34" charset="0"/>
              </a:defRPr>
            </a:lvl3pPr>
            <a:lvl4pPr marL="1600200" indent="-228600" defTabSz="908050">
              <a:tabLst>
                <a:tab pos="914400" algn="l"/>
              </a:tabLst>
              <a:defRPr sz="4000" b="1">
                <a:solidFill>
                  <a:srgbClr val="003399"/>
                </a:solidFill>
                <a:latin typeface="Arial" panose="020B0604020202090204" pitchFamily="34" charset="0"/>
              </a:defRPr>
            </a:lvl4pPr>
            <a:lvl5pPr marL="2057400" indent="-228600" defTabSz="908050">
              <a:tabLst>
                <a:tab pos="914400" algn="l"/>
              </a:tabLst>
              <a:defRPr sz="4000" b="1">
                <a:solidFill>
                  <a:srgbClr val="003399"/>
                </a:solidFill>
                <a:latin typeface="Arial" panose="020B0604020202090204" pitchFamily="34" charset="0"/>
              </a:defRPr>
            </a:lvl5pPr>
            <a:lvl6pPr marL="2514600" indent="-228600" defTabSz="908050" eaLnBrk="0" fontAlgn="base" hangingPunct="0">
              <a:spcBef>
                <a:spcPct val="0"/>
              </a:spcBef>
              <a:spcAft>
                <a:spcPct val="0"/>
              </a:spcAft>
              <a:tabLst>
                <a:tab pos="914400" algn="l"/>
              </a:tabLst>
              <a:defRPr sz="4000" b="1">
                <a:solidFill>
                  <a:srgbClr val="003399"/>
                </a:solidFill>
                <a:latin typeface="Arial" panose="020B0604020202090204" pitchFamily="34" charset="0"/>
              </a:defRPr>
            </a:lvl6pPr>
            <a:lvl7pPr marL="2971800" indent="-228600" defTabSz="908050" eaLnBrk="0" fontAlgn="base" hangingPunct="0">
              <a:spcBef>
                <a:spcPct val="0"/>
              </a:spcBef>
              <a:spcAft>
                <a:spcPct val="0"/>
              </a:spcAft>
              <a:tabLst>
                <a:tab pos="914400" algn="l"/>
              </a:tabLst>
              <a:defRPr sz="4000" b="1">
                <a:solidFill>
                  <a:srgbClr val="003399"/>
                </a:solidFill>
                <a:latin typeface="Arial" panose="020B0604020202090204" pitchFamily="34" charset="0"/>
              </a:defRPr>
            </a:lvl7pPr>
            <a:lvl8pPr marL="3429000" indent="-228600" defTabSz="908050" eaLnBrk="0" fontAlgn="base" hangingPunct="0">
              <a:spcBef>
                <a:spcPct val="0"/>
              </a:spcBef>
              <a:spcAft>
                <a:spcPct val="0"/>
              </a:spcAft>
              <a:tabLst>
                <a:tab pos="914400" algn="l"/>
              </a:tabLst>
              <a:defRPr sz="4000" b="1">
                <a:solidFill>
                  <a:srgbClr val="003399"/>
                </a:solidFill>
                <a:latin typeface="Arial" panose="020B0604020202090204" pitchFamily="34" charset="0"/>
              </a:defRPr>
            </a:lvl8pPr>
            <a:lvl9pPr marL="3886200" indent="-228600" defTabSz="908050" eaLnBrk="0" fontAlgn="base" hangingPunct="0">
              <a:spcBef>
                <a:spcPct val="0"/>
              </a:spcBef>
              <a:spcAft>
                <a:spcPct val="0"/>
              </a:spcAft>
              <a:tabLst>
                <a:tab pos="914400" algn="l"/>
              </a:tabLst>
              <a:defRPr sz="4000" b="1">
                <a:solidFill>
                  <a:srgbClr val="003399"/>
                </a:solidFill>
                <a:latin typeface="Arial" panose="020B0604020202090204" pitchFamily="34" charset="0"/>
              </a:defRPr>
            </a:lvl9pPr>
          </a:lstStyle>
          <a:p>
            <a:pPr algn="just"/>
            <a:r>
              <a:rPr lang="en-US" altLang="zh-CN" sz="800" b="0" dirty="0">
                <a:solidFill>
                  <a:schemeClr val="tx1"/>
                </a:solidFill>
                <a:latin typeface="Calibri"/>
              </a:rPr>
              <a:t>We evaluate on three datasets: (1) </a:t>
            </a:r>
            <a:r>
              <a:rPr lang="en-US" altLang="zh-CN" sz="800" dirty="0">
                <a:solidFill>
                  <a:schemeClr val="tx1"/>
                </a:solidFill>
                <a:latin typeface="Calibri"/>
              </a:rPr>
              <a:t>Random Uniform TSP </a:t>
            </a:r>
            <a:r>
              <a:rPr lang="en-US" altLang="zh-CN" sz="800" b="0" dirty="0">
                <a:solidFill>
                  <a:schemeClr val="tx1"/>
                </a:solidFill>
                <a:latin typeface="Calibri"/>
              </a:rPr>
              <a:t>— 10 held-out instances at each of n = 50, 100, 200, 500, 1000, matching DIFUSCO's training distribution; (2) </a:t>
            </a:r>
            <a:r>
              <a:rPr lang="en-US" altLang="zh-CN" sz="800" dirty="0">
                <a:solidFill>
                  <a:schemeClr val="tx1"/>
                </a:solidFill>
                <a:latin typeface="Calibri"/>
              </a:rPr>
              <a:t>TSPLIB Standard Benchmark </a:t>
            </a:r>
            <a:r>
              <a:rPr lang="en-US" altLang="zh-CN" sz="800" b="0" dirty="0">
                <a:solidFill>
                  <a:schemeClr val="tx1"/>
                </a:solidFill>
                <a:latin typeface="Calibri"/>
              </a:rPr>
              <a:t>— 8 symmetric instances (51 to 1002 nodes) with known optimal values, the authoritative test of generalization; (3) </a:t>
            </a:r>
            <a:r>
              <a:rPr lang="en-US" altLang="zh-CN" sz="800" dirty="0">
                <a:solidFill>
                  <a:srgbClr val="38B4AF"/>
                </a:solidFill>
                <a:latin typeface="Calibri"/>
              </a:rPr>
              <a:t>Clustered Delivery TSP </a:t>
            </a:r>
            <a:r>
              <a:rPr lang="en-US" altLang="zh-CN" sz="800" b="0" dirty="0">
                <a:solidFill>
                  <a:schemeClr val="tx1"/>
                </a:solidFill>
                <a:latin typeface="Calibri"/>
              </a:rPr>
              <a:t>— 4 Gaussian clusters + scattered points at n = 50, 100, 200, representing real-world delivery density patterns. All methods evaluated on identical instances. </a:t>
            </a:r>
            <a:endParaRPr sz="800" b="0" dirty="0">
              <a:solidFill>
                <a:schemeClr val="tx1"/>
              </a:solidFill>
              <a:latin typeface="Calibri"/>
            </a:endParaRPr>
          </a:p>
        </p:txBody>
      </p:sp>
      <p:pic>
        <p:nvPicPr>
          <p:cNvPr id="77" name="图片 76" descr="IMG_0766"/>
          <p:cNvPicPr>
            <a:picLocks noChangeAspect="1"/>
          </p:cNvPicPr>
          <p:nvPr/>
        </p:nvPicPr>
        <p:blipFill>
          <a:blip r:embed="rId17">
            <a:clrChange>
              <a:clrFrom>
                <a:srgbClr val="FDFCFA">
                  <a:alpha val="100000"/>
                </a:srgbClr>
              </a:clrFrom>
              <a:clrTo>
                <a:srgbClr val="FDFCFA">
                  <a:alpha val="100000"/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11571366" y="5766272"/>
            <a:ext cx="607553" cy="607553"/>
          </a:xfrm>
          <a:prstGeom prst="rect">
            <a:avLst/>
          </a:prstGeom>
        </p:spPr>
      </p:pic>
      <p:pic>
        <p:nvPicPr>
          <p:cNvPr id="66" name="图片 65" descr="IMG_0767"/>
          <p:cNvPicPr>
            <a:picLocks noChangeAspect="1"/>
          </p:cNvPicPr>
          <p:nvPr/>
        </p:nvPicPr>
        <p:blipFill>
          <a:blip r:embed="rId18">
            <a:clrChange>
              <a:clrFrom>
                <a:srgbClr val="FBFBFB">
                  <a:alpha val="100000"/>
                </a:srgbClr>
              </a:clrFrom>
              <a:clrTo>
                <a:srgbClr val="FBFBFB">
                  <a:alpha val="100000"/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11577320" y="4044315"/>
            <a:ext cx="609600" cy="609600"/>
          </a:xfrm>
          <a:prstGeom prst="rect">
            <a:avLst/>
          </a:prstGeom>
        </p:spPr>
      </p:pic>
      <p:pic>
        <p:nvPicPr>
          <p:cNvPr id="58" name="图片 57" descr="IMG_0770"/>
          <p:cNvPicPr>
            <a:picLocks noChangeAspect="1"/>
          </p:cNvPicPr>
          <p:nvPr/>
        </p:nvPicPr>
        <p:blipFill>
          <a:blip r:embed="rId19">
            <a:clrChange>
              <a:clrFrom>
                <a:srgbClr val="FBFBFB">
                  <a:alpha val="100000"/>
                </a:srgbClr>
              </a:clrFrom>
              <a:clrTo>
                <a:srgbClr val="FBFBFB">
                  <a:alpha val="100000"/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7524750" y="990600"/>
            <a:ext cx="609600" cy="6096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Blank Presentation">
  <a:themeElements>
    <a:clrScheme name="Blank Presentatio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Blank Presentation">
      <a:majorFont>
        <a:latin typeface="Times New Roman"/>
        <a:ea typeface=""/>
        <a:cs typeface=""/>
      </a:majorFont>
      <a:minorFont>
        <a:latin typeface="Times New Roman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rgbClr val="000066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l" defTabSz="90805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en-US" sz="4000" b="1" i="0" u="none" strike="noStrike" cap="none" normalizeH="0" baseline="0" smtClean="0">
            <a:ln>
              <a:noFill/>
            </a:ln>
            <a:solidFill>
              <a:srgbClr val="003399"/>
            </a:solidFill>
            <a:effectLst/>
            <a:latin typeface="Arial" panose="020B0604020202090204" pitchFamily="34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rgbClr val="000066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l" defTabSz="90805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en-US" sz="4000" b="1" i="0" u="none" strike="noStrike" cap="none" normalizeH="0" baseline="0" smtClean="0">
            <a:ln>
              <a:noFill/>
            </a:ln>
            <a:solidFill>
              <a:srgbClr val="003399"/>
            </a:solidFill>
            <a:effectLst/>
            <a:latin typeface="Arial" panose="020B0604020202090204" pitchFamily="34" charset="0"/>
          </a:defRPr>
        </a:defPPr>
      </a:lstStyle>
    </a:lnDef>
  </a:objectDefaults>
  <a:extraClrSchemeLst>
    <a:extraClrScheme>
      <a:clrScheme name="Blank Presentatio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Presentation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Presentation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Presentation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Presentatio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Presentatio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Presentatio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C:\Program Files\Microsoft Office\Templates\Blank Presentation.pot</Template>
  <TotalTime>384</TotalTime>
  <Words>759</Words>
  <Application>Microsoft Office PowerPoint</Application>
  <PresentationFormat>宽屏</PresentationFormat>
  <Paragraphs>37</Paragraphs>
  <Slides>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6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8" baseType="lpstr">
      <vt:lpstr>Comic Sans MS Regular</vt:lpstr>
      <vt:lpstr>Arial</vt:lpstr>
      <vt:lpstr>Calibri</vt:lpstr>
      <vt:lpstr>Comic Sans MS</vt:lpstr>
      <vt:lpstr>Comic Sans MS Bold</vt:lpstr>
      <vt:lpstr>Times New Roman</vt:lpstr>
      <vt:lpstr>Blank Presentation</vt:lpstr>
      <vt:lpstr>PowerPoint 演示文稿</vt:lpstr>
    </vt:vector>
  </TitlesOfParts>
  <Company>Mechanical Engineering VT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No Slide Title</dc:title>
  <dc:creator>Michael Alley</dc:creator>
  <cp:lastModifiedBy>Latte Zizi</cp:lastModifiedBy>
  <cp:revision>122</cp:revision>
  <cp:lastPrinted>2025-11-18T16:08:21Z</cp:lastPrinted>
  <dcterms:created xsi:type="dcterms:W3CDTF">2025-11-18T16:08:21Z</dcterms:created>
  <dcterms:modified xsi:type="dcterms:W3CDTF">2026-06-16T08:31:38Z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98B76C50E08789BAF5991C696F897464_43</vt:lpwstr>
  </property>
  <property fmtid="{D5CDD505-2E9C-101B-9397-08002B2CF9AE}" pid="3" name="KSOProductBuildVer">
    <vt:lpwstr>2052-12.1.23540.23540</vt:lpwstr>
  </property>
</Properties>
</file>